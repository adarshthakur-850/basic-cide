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70" r:id="rId18"/>
    <p:sldId id="271" r:id="rId19"/>
    <p:sldId id="267" r:id="rId20"/>
    <p:sldId id="272" r:id="rId21"/>
    <p:sldId id="273" r:id="rId22"/>
    <p:sldId id="274" r:id="rId23"/>
    <p:sldId id="275" r:id="rId24"/>
    <p:sldId id="27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59.png"/><Relationship Id="rId7" Type="http://schemas.openxmlformats.org/officeDocument/2006/relationships/image" Target="../media/image16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6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59.png"/><Relationship Id="rId7" Type="http://schemas.openxmlformats.org/officeDocument/2006/relationships/image" Target="../media/image16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6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E0BECC-78BE-4ADA-BE17-A6492D4DEC0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4A3EA16-948C-4078-B1F8-106217FAB44C}">
      <dgm:prSet/>
      <dgm:spPr/>
      <dgm:t>
        <a:bodyPr/>
        <a:lstStyle/>
        <a:p>
          <a:pPr>
            <a:defRPr cap="all"/>
          </a:pPr>
          <a:r>
            <a:rPr lang="en-US" b="1" i="0" baseline="0"/>
            <a:t>Spring Framework</a:t>
          </a:r>
          <a:r>
            <a:rPr lang="en-US" b="0" i="0" baseline="0"/>
            <a:t>: Inversion of control, dependency injection, MVC architecture.</a:t>
          </a:r>
          <a:endParaRPr lang="en-US"/>
        </a:p>
      </dgm:t>
    </dgm:pt>
    <dgm:pt modelId="{E9122A04-2306-430A-8317-A1008B072F37}" type="parTrans" cxnId="{B008D912-4289-4488-9A79-28BF87EEFCCD}">
      <dgm:prSet/>
      <dgm:spPr/>
      <dgm:t>
        <a:bodyPr/>
        <a:lstStyle/>
        <a:p>
          <a:endParaRPr lang="en-US"/>
        </a:p>
      </dgm:t>
    </dgm:pt>
    <dgm:pt modelId="{5A5D384D-B1E3-42B0-9E3D-FC915A65791D}" type="sibTrans" cxnId="{B008D912-4289-4488-9A79-28BF87EEFCCD}">
      <dgm:prSet/>
      <dgm:spPr/>
      <dgm:t>
        <a:bodyPr/>
        <a:lstStyle/>
        <a:p>
          <a:endParaRPr lang="en-US"/>
        </a:p>
      </dgm:t>
    </dgm:pt>
    <dgm:pt modelId="{31C858C4-F822-46A6-A81B-7C86C022B83D}">
      <dgm:prSet/>
      <dgm:spPr/>
      <dgm:t>
        <a:bodyPr/>
        <a:lstStyle/>
        <a:p>
          <a:pPr>
            <a:defRPr cap="all"/>
          </a:pPr>
          <a:r>
            <a:rPr lang="en-US" b="1" i="0" baseline="0"/>
            <a:t>Hibernate</a:t>
          </a:r>
          <a:r>
            <a:rPr lang="en-US" b="0" i="0" baseline="0"/>
            <a:t>: ORM tool for database interactions.</a:t>
          </a:r>
          <a:endParaRPr lang="en-US"/>
        </a:p>
      </dgm:t>
    </dgm:pt>
    <dgm:pt modelId="{3B7497E0-B846-4E03-9FF0-CDFCF5A04835}" type="parTrans" cxnId="{3B8E4E0C-4D84-42FD-B970-6BBC8A8DAF29}">
      <dgm:prSet/>
      <dgm:spPr/>
      <dgm:t>
        <a:bodyPr/>
        <a:lstStyle/>
        <a:p>
          <a:endParaRPr lang="en-US"/>
        </a:p>
      </dgm:t>
    </dgm:pt>
    <dgm:pt modelId="{2584E7AF-E2F0-4F04-BBCA-77605F29B562}" type="sibTrans" cxnId="{3B8E4E0C-4D84-42FD-B970-6BBC8A8DAF29}">
      <dgm:prSet/>
      <dgm:spPr/>
      <dgm:t>
        <a:bodyPr/>
        <a:lstStyle/>
        <a:p>
          <a:endParaRPr lang="en-US"/>
        </a:p>
      </dgm:t>
    </dgm:pt>
    <dgm:pt modelId="{9F5CCF9A-5CD7-4C6E-AB54-DB52B0CB35B9}">
      <dgm:prSet/>
      <dgm:spPr/>
      <dgm:t>
        <a:bodyPr/>
        <a:lstStyle/>
        <a:p>
          <a:pPr>
            <a:defRPr cap="all"/>
          </a:pPr>
          <a:r>
            <a:rPr lang="en-US" b="1" i="0" baseline="0"/>
            <a:t>JavaServer Faces (JSF)</a:t>
          </a:r>
          <a:r>
            <a:rPr lang="en-US" b="0" i="0" baseline="0"/>
            <a:t>: UI framework for web applications.</a:t>
          </a:r>
          <a:endParaRPr lang="en-US"/>
        </a:p>
      </dgm:t>
    </dgm:pt>
    <dgm:pt modelId="{791FA0B6-57EB-4E29-8979-61777F9165EB}" type="parTrans" cxnId="{FAA558BB-54AE-47FD-8476-975FD0CB3338}">
      <dgm:prSet/>
      <dgm:spPr/>
      <dgm:t>
        <a:bodyPr/>
        <a:lstStyle/>
        <a:p>
          <a:endParaRPr lang="en-US"/>
        </a:p>
      </dgm:t>
    </dgm:pt>
    <dgm:pt modelId="{213AC6F1-CA9D-48D6-A114-AAD533CF4172}" type="sibTrans" cxnId="{FAA558BB-54AE-47FD-8476-975FD0CB3338}">
      <dgm:prSet/>
      <dgm:spPr/>
      <dgm:t>
        <a:bodyPr/>
        <a:lstStyle/>
        <a:p>
          <a:endParaRPr lang="en-US"/>
        </a:p>
      </dgm:t>
    </dgm:pt>
    <dgm:pt modelId="{2BA2B202-7FA5-4307-A099-6C615C3E280B}">
      <dgm:prSet/>
      <dgm:spPr/>
      <dgm:t>
        <a:bodyPr/>
        <a:lstStyle/>
        <a:p>
          <a:pPr>
            <a:defRPr cap="all"/>
          </a:pPr>
          <a:r>
            <a:rPr lang="en-US" b="1" i="0" baseline="0"/>
            <a:t>Struts</a:t>
          </a:r>
          <a:r>
            <a:rPr lang="en-US" b="0" i="0" baseline="0"/>
            <a:t>: MVC-based web application framework. </a:t>
          </a:r>
          <a:endParaRPr lang="en-US"/>
        </a:p>
      </dgm:t>
    </dgm:pt>
    <dgm:pt modelId="{26E45533-A32B-4B18-8733-C6074BD84CE1}" type="parTrans" cxnId="{8C7210C6-AFED-48E5-9BB8-2FA61A0D9D8F}">
      <dgm:prSet/>
      <dgm:spPr/>
      <dgm:t>
        <a:bodyPr/>
        <a:lstStyle/>
        <a:p>
          <a:endParaRPr lang="en-US"/>
        </a:p>
      </dgm:t>
    </dgm:pt>
    <dgm:pt modelId="{A12EBADA-0091-4C9D-A152-FF4F4EB154C8}" type="sibTrans" cxnId="{8C7210C6-AFED-48E5-9BB8-2FA61A0D9D8F}">
      <dgm:prSet/>
      <dgm:spPr/>
      <dgm:t>
        <a:bodyPr/>
        <a:lstStyle/>
        <a:p>
          <a:endParaRPr lang="en-US"/>
        </a:p>
      </dgm:t>
    </dgm:pt>
    <dgm:pt modelId="{F2D1D593-5B32-40DD-969D-3571C8860DA4}" type="pres">
      <dgm:prSet presAssocID="{D5E0BECC-78BE-4ADA-BE17-A6492D4DEC03}" presName="root" presStyleCnt="0">
        <dgm:presLayoutVars>
          <dgm:dir/>
          <dgm:resizeHandles val="exact"/>
        </dgm:presLayoutVars>
      </dgm:prSet>
      <dgm:spPr/>
    </dgm:pt>
    <dgm:pt modelId="{9429D746-A80C-44FC-B368-8E4DE35EEB5D}" type="pres">
      <dgm:prSet presAssocID="{14A3EA16-948C-4078-B1F8-106217FAB44C}" presName="compNode" presStyleCnt="0"/>
      <dgm:spPr/>
    </dgm:pt>
    <dgm:pt modelId="{5492F8AE-B5B6-45C0-ABA0-B5A945057A58}" type="pres">
      <dgm:prSet presAssocID="{14A3EA16-948C-4078-B1F8-106217FAB44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12D161E-AE5C-4C27-9095-681007B03713}" type="pres">
      <dgm:prSet presAssocID="{14A3EA16-948C-4078-B1F8-106217FAB44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80286A4-1DF7-4531-964D-FCE9E2FAA7C4}" type="pres">
      <dgm:prSet presAssocID="{14A3EA16-948C-4078-B1F8-106217FAB44C}" presName="spaceRect" presStyleCnt="0"/>
      <dgm:spPr/>
    </dgm:pt>
    <dgm:pt modelId="{27E06986-035E-4CEF-BD8E-531997F92103}" type="pres">
      <dgm:prSet presAssocID="{14A3EA16-948C-4078-B1F8-106217FAB44C}" presName="textRect" presStyleLbl="revTx" presStyleIdx="0" presStyleCnt="4">
        <dgm:presLayoutVars>
          <dgm:chMax val="1"/>
          <dgm:chPref val="1"/>
        </dgm:presLayoutVars>
      </dgm:prSet>
      <dgm:spPr/>
    </dgm:pt>
    <dgm:pt modelId="{CC54FC32-21DA-4896-B0A2-0911F704E7A0}" type="pres">
      <dgm:prSet presAssocID="{5A5D384D-B1E3-42B0-9E3D-FC915A65791D}" presName="sibTrans" presStyleCnt="0"/>
      <dgm:spPr/>
    </dgm:pt>
    <dgm:pt modelId="{211D859C-1885-43A8-836E-B3166A951E3A}" type="pres">
      <dgm:prSet presAssocID="{31C858C4-F822-46A6-A81B-7C86C022B83D}" presName="compNode" presStyleCnt="0"/>
      <dgm:spPr/>
    </dgm:pt>
    <dgm:pt modelId="{9A7F82FE-E964-41A2-BA08-9F4336D2BDF7}" type="pres">
      <dgm:prSet presAssocID="{31C858C4-F822-46A6-A81B-7C86C022B83D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3D3146F-B427-43F2-9973-BB12173F8288}" type="pres">
      <dgm:prSet presAssocID="{31C858C4-F822-46A6-A81B-7C86C022B83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ttens"/>
        </a:ext>
      </dgm:extLst>
    </dgm:pt>
    <dgm:pt modelId="{32A30352-951C-4755-90B3-48EC73648747}" type="pres">
      <dgm:prSet presAssocID="{31C858C4-F822-46A6-A81B-7C86C022B83D}" presName="spaceRect" presStyleCnt="0"/>
      <dgm:spPr/>
    </dgm:pt>
    <dgm:pt modelId="{6A2CD1F5-A59C-43DD-97E2-496958659BE6}" type="pres">
      <dgm:prSet presAssocID="{31C858C4-F822-46A6-A81B-7C86C022B83D}" presName="textRect" presStyleLbl="revTx" presStyleIdx="1" presStyleCnt="4">
        <dgm:presLayoutVars>
          <dgm:chMax val="1"/>
          <dgm:chPref val="1"/>
        </dgm:presLayoutVars>
      </dgm:prSet>
      <dgm:spPr/>
    </dgm:pt>
    <dgm:pt modelId="{4DEDEAA4-0F55-4D78-8909-2502374B86DF}" type="pres">
      <dgm:prSet presAssocID="{2584E7AF-E2F0-4F04-BBCA-77605F29B562}" presName="sibTrans" presStyleCnt="0"/>
      <dgm:spPr/>
    </dgm:pt>
    <dgm:pt modelId="{3A177D20-6E35-41CA-851A-3EBEED05EBD8}" type="pres">
      <dgm:prSet presAssocID="{9F5CCF9A-5CD7-4C6E-AB54-DB52B0CB35B9}" presName="compNode" presStyleCnt="0"/>
      <dgm:spPr/>
    </dgm:pt>
    <dgm:pt modelId="{08E1EBF3-502A-4868-9279-29EC58650B4F}" type="pres">
      <dgm:prSet presAssocID="{9F5CCF9A-5CD7-4C6E-AB54-DB52B0CB35B9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FA07A61-3A6B-4687-9329-2F05689D0900}" type="pres">
      <dgm:prSet presAssocID="{9F5CCF9A-5CD7-4C6E-AB54-DB52B0CB35B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1AB9CAE-0786-4A9E-8E99-F7529C977A7B}" type="pres">
      <dgm:prSet presAssocID="{9F5CCF9A-5CD7-4C6E-AB54-DB52B0CB35B9}" presName="spaceRect" presStyleCnt="0"/>
      <dgm:spPr/>
    </dgm:pt>
    <dgm:pt modelId="{CD5EDDF8-2B43-443E-AA86-FEAC3445371C}" type="pres">
      <dgm:prSet presAssocID="{9F5CCF9A-5CD7-4C6E-AB54-DB52B0CB35B9}" presName="textRect" presStyleLbl="revTx" presStyleIdx="2" presStyleCnt="4">
        <dgm:presLayoutVars>
          <dgm:chMax val="1"/>
          <dgm:chPref val="1"/>
        </dgm:presLayoutVars>
      </dgm:prSet>
      <dgm:spPr/>
    </dgm:pt>
    <dgm:pt modelId="{209806A5-E068-4E6D-8387-3D9CA89CBC15}" type="pres">
      <dgm:prSet presAssocID="{213AC6F1-CA9D-48D6-A114-AAD533CF4172}" presName="sibTrans" presStyleCnt="0"/>
      <dgm:spPr/>
    </dgm:pt>
    <dgm:pt modelId="{4BE761A3-A496-48B6-8945-3EA333C69848}" type="pres">
      <dgm:prSet presAssocID="{2BA2B202-7FA5-4307-A099-6C615C3E280B}" presName="compNode" presStyleCnt="0"/>
      <dgm:spPr/>
    </dgm:pt>
    <dgm:pt modelId="{D5CE7AE4-1710-485C-A2D5-95730EB0F90B}" type="pres">
      <dgm:prSet presAssocID="{2BA2B202-7FA5-4307-A099-6C615C3E280B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2207BB72-8809-48D2-A667-8D98A7FDBC51}" type="pres">
      <dgm:prSet presAssocID="{2BA2B202-7FA5-4307-A099-6C615C3E280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rkey"/>
        </a:ext>
      </dgm:extLst>
    </dgm:pt>
    <dgm:pt modelId="{FF954739-814D-4C4B-81E7-44C6E7653D2F}" type="pres">
      <dgm:prSet presAssocID="{2BA2B202-7FA5-4307-A099-6C615C3E280B}" presName="spaceRect" presStyleCnt="0"/>
      <dgm:spPr/>
    </dgm:pt>
    <dgm:pt modelId="{152FF7BB-452D-4382-992B-84B922D3D907}" type="pres">
      <dgm:prSet presAssocID="{2BA2B202-7FA5-4307-A099-6C615C3E280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B8E4E0C-4D84-42FD-B970-6BBC8A8DAF29}" srcId="{D5E0BECC-78BE-4ADA-BE17-A6492D4DEC03}" destId="{31C858C4-F822-46A6-A81B-7C86C022B83D}" srcOrd="1" destOrd="0" parTransId="{3B7497E0-B846-4E03-9FF0-CDFCF5A04835}" sibTransId="{2584E7AF-E2F0-4F04-BBCA-77605F29B562}"/>
    <dgm:cxn modelId="{B008D912-4289-4488-9A79-28BF87EEFCCD}" srcId="{D5E0BECC-78BE-4ADA-BE17-A6492D4DEC03}" destId="{14A3EA16-948C-4078-B1F8-106217FAB44C}" srcOrd="0" destOrd="0" parTransId="{E9122A04-2306-430A-8317-A1008B072F37}" sibTransId="{5A5D384D-B1E3-42B0-9E3D-FC915A65791D}"/>
    <dgm:cxn modelId="{5F4A402E-ED73-4C76-8A4B-04ECCC9CF10C}" type="presOf" srcId="{D5E0BECC-78BE-4ADA-BE17-A6492D4DEC03}" destId="{F2D1D593-5B32-40DD-969D-3571C8860DA4}" srcOrd="0" destOrd="0" presId="urn:microsoft.com/office/officeart/2018/5/layout/IconLeafLabelList"/>
    <dgm:cxn modelId="{EC3CF138-ABBE-414A-A4A9-6080FB49D4AD}" type="presOf" srcId="{9F5CCF9A-5CD7-4C6E-AB54-DB52B0CB35B9}" destId="{CD5EDDF8-2B43-443E-AA86-FEAC3445371C}" srcOrd="0" destOrd="0" presId="urn:microsoft.com/office/officeart/2018/5/layout/IconLeafLabelList"/>
    <dgm:cxn modelId="{16C4766A-A3E3-43CF-A81D-9B5A30F35C04}" type="presOf" srcId="{2BA2B202-7FA5-4307-A099-6C615C3E280B}" destId="{152FF7BB-452D-4382-992B-84B922D3D907}" srcOrd="0" destOrd="0" presId="urn:microsoft.com/office/officeart/2018/5/layout/IconLeafLabelList"/>
    <dgm:cxn modelId="{1D567C8F-A824-459C-80DE-B1A5687EE0A0}" type="presOf" srcId="{31C858C4-F822-46A6-A81B-7C86C022B83D}" destId="{6A2CD1F5-A59C-43DD-97E2-496958659BE6}" srcOrd="0" destOrd="0" presId="urn:microsoft.com/office/officeart/2018/5/layout/IconLeafLabelList"/>
    <dgm:cxn modelId="{FAA558BB-54AE-47FD-8476-975FD0CB3338}" srcId="{D5E0BECC-78BE-4ADA-BE17-A6492D4DEC03}" destId="{9F5CCF9A-5CD7-4C6E-AB54-DB52B0CB35B9}" srcOrd="2" destOrd="0" parTransId="{791FA0B6-57EB-4E29-8979-61777F9165EB}" sibTransId="{213AC6F1-CA9D-48D6-A114-AAD533CF4172}"/>
    <dgm:cxn modelId="{8C7210C6-AFED-48E5-9BB8-2FA61A0D9D8F}" srcId="{D5E0BECC-78BE-4ADA-BE17-A6492D4DEC03}" destId="{2BA2B202-7FA5-4307-A099-6C615C3E280B}" srcOrd="3" destOrd="0" parTransId="{26E45533-A32B-4B18-8733-C6074BD84CE1}" sibTransId="{A12EBADA-0091-4C9D-A152-FF4F4EB154C8}"/>
    <dgm:cxn modelId="{C344A7DC-0EB6-4DA5-AF30-3E3FF1E2A95E}" type="presOf" srcId="{14A3EA16-948C-4078-B1F8-106217FAB44C}" destId="{27E06986-035E-4CEF-BD8E-531997F92103}" srcOrd="0" destOrd="0" presId="urn:microsoft.com/office/officeart/2018/5/layout/IconLeafLabelList"/>
    <dgm:cxn modelId="{A11A0E36-BC99-4602-8DB9-F96BC5CFA0C3}" type="presParOf" srcId="{F2D1D593-5B32-40DD-969D-3571C8860DA4}" destId="{9429D746-A80C-44FC-B368-8E4DE35EEB5D}" srcOrd="0" destOrd="0" presId="urn:microsoft.com/office/officeart/2018/5/layout/IconLeafLabelList"/>
    <dgm:cxn modelId="{D0809F09-7E64-4B01-B274-A97A17206CFB}" type="presParOf" srcId="{9429D746-A80C-44FC-B368-8E4DE35EEB5D}" destId="{5492F8AE-B5B6-45C0-ABA0-B5A945057A58}" srcOrd="0" destOrd="0" presId="urn:microsoft.com/office/officeart/2018/5/layout/IconLeafLabelList"/>
    <dgm:cxn modelId="{5AEA7100-A417-45C5-B459-C04149AA4911}" type="presParOf" srcId="{9429D746-A80C-44FC-B368-8E4DE35EEB5D}" destId="{812D161E-AE5C-4C27-9095-681007B03713}" srcOrd="1" destOrd="0" presId="urn:microsoft.com/office/officeart/2018/5/layout/IconLeafLabelList"/>
    <dgm:cxn modelId="{D01EB32D-70E4-498F-BA05-108D30825E5A}" type="presParOf" srcId="{9429D746-A80C-44FC-B368-8E4DE35EEB5D}" destId="{780286A4-1DF7-4531-964D-FCE9E2FAA7C4}" srcOrd="2" destOrd="0" presId="urn:microsoft.com/office/officeart/2018/5/layout/IconLeafLabelList"/>
    <dgm:cxn modelId="{598B9C60-1C1A-4547-9A16-41EB12F50448}" type="presParOf" srcId="{9429D746-A80C-44FC-B368-8E4DE35EEB5D}" destId="{27E06986-035E-4CEF-BD8E-531997F92103}" srcOrd="3" destOrd="0" presId="urn:microsoft.com/office/officeart/2018/5/layout/IconLeafLabelList"/>
    <dgm:cxn modelId="{83445468-F531-4FC8-A0B0-288FC83D09CB}" type="presParOf" srcId="{F2D1D593-5B32-40DD-969D-3571C8860DA4}" destId="{CC54FC32-21DA-4896-B0A2-0911F704E7A0}" srcOrd="1" destOrd="0" presId="urn:microsoft.com/office/officeart/2018/5/layout/IconLeafLabelList"/>
    <dgm:cxn modelId="{1B51677F-B83C-4CDD-B407-B6D6AB906823}" type="presParOf" srcId="{F2D1D593-5B32-40DD-969D-3571C8860DA4}" destId="{211D859C-1885-43A8-836E-B3166A951E3A}" srcOrd="2" destOrd="0" presId="urn:microsoft.com/office/officeart/2018/5/layout/IconLeafLabelList"/>
    <dgm:cxn modelId="{283B42CE-42AB-4326-B6A5-BD97CFE9B5AB}" type="presParOf" srcId="{211D859C-1885-43A8-836E-B3166A951E3A}" destId="{9A7F82FE-E964-41A2-BA08-9F4336D2BDF7}" srcOrd="0" destOrd="0" presId="urn:microsoft.com/office/officeart/2018/5/layout/IconLeafLabelList"/>
    <dgm:cxn modelId="{96FD66B5-74E7-4DCE-BCBF-8FF82C0D1C93}" type="presParOf" srcId="{211D859C-1885-43A8-836E-B3166A951E3A}" destId="{23D3146F-B427-43F2-9973-BB12173F8288}" srcOrd="1" destOrd="0" presId="urn:microsoft.com/office/officeart/2018/5/layout/IconLeafLabelList"/>
    <dgm:cxn modelId="{E026ECF2-9694-4823-8FC2-40A394275A47}" type="presParOf" srcId="{211D859C-1885-43A8-836E-B3166A951E3A}" destId="{32A30352-951C-4755-90B3-48EC73648747}" srcOrd="2" destOrd="0" presId="urn:microsoft.com/office/officeart/2018/5/layout/IconLeafLabelList"/>
    <dgm:cxn modelId="{8F968432-F9BF-4C3D-9078-84B551ABA03A}" type="presParOf" srcId="{211D859C-1885-43A8-836E-B3166A951E3A}" destId="{6A2CD1F5-A59C-43DD-97E2-496958659BE6}" srcOrd="3" destOrd="0" presId="urn:microsoft.com/office/officeart/2018/5/layout/IconLeafLabelList"/>
    <dgm:cxn modelId="{4AD08CCD-A1E9-4BBC-BFDE-FF2A2A12277A}" type="presParOf" srcId="{F2D1D593-5B32-40DD-969D-3571C8860DA4}" destId="{4DEDEAA4-0F55-4D78-8909-2502374B86DF}" srcOrd="3" destOrd="0" presId="urn:microsoft.com/office/officeart/2018/5/layout/IconLeafLabelList"/>
    <dgm:cxn modelId="{14AA280E-8C0B-4D15-ADD6-1E7E097CF686}" type="presParOf" srcId="{F2D1D593-5B32-40DD-969D-3571C8860DA4}" destId="{3A177D20-6E35-41CA-851A-3EBEED05EBD8}" srcOrd="4" destOrd="0" presId="urn:microsoft.com/office/officeart/2018/5/layout/IconLeafLabelList"/>
    <dgm:cxn modelId="{55E789DA-D816-4845-A82C-6684F6D3FA2B}" type="presParOf" srcId="{3A177D20-6E35-41CA-851A-3EBEED05EBD8}" destId="{08E1EBF3-502A-4868-9279-29EC58650B4F}" srcOrd="0" destOrd="0" presId="urn:microsoft.com/office/officeart/2018/5/layout/IconLeafLabelList"/>
    <dgm:cxn modelId="{5D4F67C4-DDEA-4972-8BFB-5B8E1C362837}" type="presParOf" srcId="{3A177D20-6E35-41CA-851A-3EBEED05EBD8}" destId="{FFA07A61-3A6B-4687-9329-2F05689D0900}" srcOrd="1" destOrd="0" presId="urn:microsoft.com/office/officeart/2018/5/layout/IconLeafLabelList"/>
    <dgm:cxn modelId="{5E600AD0-BB2D-48C6-830C-6C54319CF18A}" type="presParOf" srcId="{3A177D20-6E35-41CA-851A-3EBEED05EBD8}" destId="{51AB9CAE-0786-4A9E-8E99-F7529C977A7B}" srcOrd="2" destOrd="0" presId="urn:microsoft.com/office/officeart/2018/5/layout/IconLeafLabelList"/>
    <dgm:cxn modelId="{B21B1E48-9DDF-463A-974E-0D85E8E98ED1}" type="presParOf" srcId="{3A177D20-6E35-41CA-851A-3EBEED05EBD8}" destId="{CD5EDDF8-2B43-443E-AA86-FEAC3445371C}" srcOrd="3" destOrd="0" presId="urn:microsoft.com/office/officeart/2018/5/layout/IconLeafLabelList"/>
    <dgm:cxn modelId="{0B28748C-62C7-437D-AFB5-E8FED6CCB2E9}" type="presParOf" srcId="{F2D1D593-5B32-40DD-969D-3571C8860DA4}" destId="{209806A5-E068-4E6D-8387-3D9CA89CBC15}" srcOrd="5" destOrd="0" presId="urn:microsoft.com/office/officeart/2018/5/layout/IconLeafLabelList"/>
    <dgm:cxn modelId="{AA6EF463-F520-4736-8D30-4C7C720CD692}" type="presParOf" srcId="{F2D1D593-5B32-40DD-969D-3571C8860DA4}" destId="{4BE761A3-A496-48B6-8945-3EA333C69848}" srcOrd="6" destOrd="0" presId="urn:microsoft.com/office/officeart/2018/5/layout/IconLeafLabelList"/>
    <dgm:cxn modelId="{83B1A418-7322-4F93-8455-D40269DA1B15}" type="presParOf" srcId="{4BE761A3-A496-48B6-8945-3EA333C69848}" destId="{D5CE7AE4-1710-485C-A2D5-95730EB0F90B}" srcOrd="0" destOrd="0" presId="urn:microsoft.com/office/officeart/2018/5/layout/IconLeafLabelList"/>
    <dgm:cxn modelId="{6FE39C31-40D0-41C1-875F-61EDF2A54D02}" type="presParOf" srcId="{4BE761A3-A496-48B6-8945-3EA333C69848}" destId="{2207BB72-8809-48D2-A667-8D98A7FDBC51}" srcOrd="1" destOrd="0" presId="urn:microsoft.com/office/officeart/2018/5/layout/IconLeafLabelList"/>
    <dgm:cxn modelId="{4FA5C949-B8C4-4C42-8069-480557D52CF8}" type="presParOf" srcId="{4BE761A3-A496-48B6-8945-3EA333C69848}" destId="{FF954739-814D-4C4B-81E7-44C6E7653D2F}" srcOrd="2" destOrd="0" presId="urn:microsoft.com/office/officeart/2018/5/layout/IconLeafLabelList"/>
    <dgm:cxn modelId="{9E4E07DC-E0D5-4345-8463-E75D67345CD6}" type="presParOf" srcId="{4BE761A3-A496-48B6-8945-3EA333C69848}" destId="{152FF7BB-452D-4382-992B-84B922D3D90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82A991-C5E9-416B-9FC1-DC9EF6CBA77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144967-E774-4AE2-97CE-6AF84D08A819}">
      <dgm:prSet/>
      <dgm:spPr/>
      <dgm:t>
        <a:bodyPr/>
        <a:lstStyle/>
        <a:p>
          <a:r>
            <a:rPr lang="en-US" b="1" i="0" baseline="0"/>
            <a:t>Creational Patterns</a:t>
          </a:r>
          <a:r>
            <a:rPr lang="en-US" b="0" i="0" baseline="0"/>
            <a:t>: Singleton, Factory, Builder.</a:t>
          </a:r>
          <a:endParaRPr lang="en-US"/>
        </a:p>
      </dgm:t>
    </dgm:pt>
    <dgm:pt modelId="{FE3BD648-2282-4D58-AD56-3E4F6AD0DC02}" type="parTrans" cxnId="{E6D83E64-8532-4768-BE95-EAA3ABA5B1C4}">
      <dgm:prSet/>
      <dgm:spPr/>
      <dgm:t>
        <a:bodyPr/>
        <a:lstStyle/>
        <a:p>
          <a:endParaRPr lang="en-US"/>
        </a:p>
      </dgm:t>
    </dgm:pt>
    <dgm:pt modelId="{C8295580-559F-4240-9896-0C3EC4D8298B}" type="sibTrans" cxnId="{E6D83E64-8532-4768-BE95-EAA3ABA5B1C4}">
      <dgm:prSet/>
      <dgm:spPr/>
      <dgm:t>
        <a:bodyPr/>
        <a:lstStyle/>
        <a:p>
          <a:endParaRPr lang="en-US"/>
        </a:p>
      </dgm:t>
    </dgm:pt>
    <dgm:pt modelId="{E4F7118D-58B6-4499-B36B-6E1EC40AAE7C}">
      <dgm:prSet/>
      <dgm:spPr/>
      <dgm:t>
        <a:bodyPr/>
        <a:lstStyle/>
        <a:p>
          <a:r>
            <a:rPr lang="en-US" b="1" i="0" baseline="0"/>
            <a:t>Structural Patterns</a:t>
          </a:r>
          <a:r>
            <a:rPr lang="en-US" b="0" i="0" baseline="0"/>
            <a:t>: Adapter, Decorator, Proxy.</a:t>
          </a:r>
          <a:endParaRPr lang="en-US"/>
        </a:p>
      </dgm:t>
    </dgm:pt>
    <dgm:pt modelId="{306DC516-24AA-4D26-BB84-EA30FB55A604}" type="parTrans" cxnId="{311411A5-2DCF-4ED5-9F95-6FD2E40B030E}">
      <dgm:prSet/>
      <dgm:spPr/>
      <dgm:t>
        <a:bodyPr/>
        <a:lstStyle/>
        <a:p>
          <a:endParaRPr lang="en-US"/>
        </a:p>
      </dgm:t>
    </dgm:pt>
    <dgm:pt modelId="{1AEF33A5-B3FD-4B7C-B551-1895B1CE71AC}" type="sibTrans" cxnId="{311411A5-2DCF-4ED5-9F95-6FD2E40B030E}">
      <dgm:prSet/>
      <dgm:spPr/>
      <dgm:t>
        <a:bodyPr/>
        <a:lstStyle/>
        <a:p>
          <a:endParaRPr lang="en-US"/>
        </a:p>
      </dgm:t>
    </dgm:pt>
    <dgm:pt modelId="{10ECB061-B432-4B4E-BDF1-6DF8CC66655A}">
      <dgm:prSet/>
      <dgm:spPr/>
      <dgm:t>
        <a:bodyPr/>
        <a:lstStyle/>
        <a:p>
          <a:r>
            <a:rPr lang="en-US" b="1" i="0" baseline="0"/>
            <a:t>Behavioral Patterns</a:t>
          </a:r>
          <a:r>
            <a:rPr lang="en-US" b="0" i="0" baseline="0"/>
            <a:t>: Observer, Strategy, Command. </a:t>
          </a:r>
          <a:endParaRPr lang="en-US"/>
        </a:p>
      </dgm:t>
    </dgm:pt>
    <dgm:pt modelId="{E64BE57C-5885-4816-9327-7CEB0B78855E}" type="parTrans" cxnId="{343D766E-400A-4FDA-BA40-626BB01C7EA4}">
      <dgm:prSet/>
      <dgm:spPr/>
      <dgm:t>
        <a:bodyPr/>
        <a:lstStyle/>
        <a:p>
          <a:endParaRPr lang="en-US"/>
        </a:p>
      </dgm:t>
    </dgm:pt>
    <dgm:pt modelId="{07E1BA39-35DD-48EE-B57C-272903E64F52}" type="sibTrans" cxnId="{343D766E-400A-4FDA-BA40-626BB01C7EA4}">
      <dgm:prSet/>
      <dgm:spPr/>
      <dgm:t>
        <a:bodyPr/>
        <a:lstStyle/>
        <a:p>
          <a:endParaRPr lang="en-US"/>
        </a:p>
      </dgm:t>
    </dgm:pt>
    <dgm:pt modelId="{53A0A448-875A-4A93-9ECA-21DBA05D3461}" type="pres">
      <dgm:prSet presAssocID="{6182A991-C5E9-416B-9FC1-DC9EF6CBA778}" presName="linear" presStyleCnt="0">
        <dgm:presLayoutVars>
          <dgm:animLvl val="lvl"/>
          <dgm:resizeHandles val="exact"/>
        </dgm:presLayoutVars>
      </dgm:prSet>
      <dgm:spPr/>
    </dgm:pt>
    <dgm:pt modelId="{5D3D42F4-EF60-4206-B8DA-A10DF64CBA3A}" type="pres">
      <dgm:prSet presAssocID="{E5144967-E774-4AE2-97CE-6AF84D08A81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258CD68-8807-4227-A5BA-4B055DCCB3A1}" type="pres">
      <dgm:prSet presAssocID="{C8295580-559F-4240-9896-0C3EC4D8298B}" presName="spacer" presStyleCnt="0"/>
      <dgm:spPr/>
    </dgm:pt>
    <dgm:pt modelId="{E444D0F6-DDA7-469D-A830-382BABE2D310}" type="pres">
      <dgm:prSet presAssocID="{E4F7118D-58B6-4499-B36B-6E1EC40AAE7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7743D1D-0125-4A57-BD65-CD8056211CFA}" type="pres">
      <dgm:prSet presAssocID="{1AEF33A5-B3FD-4B7C-B551-1895B1CE71AC}" presName="spacer" presStyleCnt="0"/>
      <dgm:spPr/>
    </dgm:pt>
    <dgm:pt modelId="{D17EA69E-20FB-4B2D-8550-445DFBB46549}" type="pres">
      <dgm:prSet presAssocID="{10ECB061-B432-4B4E-BDF1-6DF8CC66655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6D83E64-8532-4768-BE95-EAA3ABA5B1C4}" srcId="{6182A991-C5E9-416B-9FC1-DC9EF6CBA778}" destId="{E5144967-E774-4AE2-97CE-6AF84D08A819}" srcOrd="0" destOrd="0" parTransId="{FE3BD648-2282-4D58-AD56-3E4F6AD0DC02}" sibTransId="{C8295580-559F-4240-9896-0C3EC4D8298B}"/>
    <dgm:cxn modelId="{54FFD245-35F4-4247-9C23-C4DFC5AAF835}" type="presOf" srcId="{6182A991-C5E9-416B-9FC1-DC9EF6CBA778}" destId="{53A0A448-875A-4A93-9ECA-21DBA05D3461}" srcOrd="0" destOrd="0" presId="urn:microsoft.com/office/officeart/2005/8/layout/vList2"/>
    <dgm:cxn modelId="{343D766E-400A-4FDA-BA40-626BB01C7EA4}" srcId="{6182A991-C5E9-416B-9FC1-DC9EF6CBA778}" destId="{10ECB061-B432-4B4E-BDF1-6DF8CC66655A}" srcOrd="2" destOrd="0" parTransId="{E64BE57C-5885-4816-9327-7CEB0B78855E}" sibTransId="{07E1BA39-35DD-48EE-B57C-272903E64F52}"/>
    <dgm:cxn modelId="{04CF6A5A-F069-4532-9ACE-6859513CC49F}" type="presOf" srcId="{E5144967-E774-4AE2-97CE-6AF84D08A819}" destId="{5D3D42F4-EF60-4206-B8DA-A10DF64CBA3A}" srcOrd="0" destOrd="0" presId="urn:microsoft.com/office/officeart/2005/8/layout/vList2"/>
    <dgm:cxn modelId="{372B817A-F784-4432-A70F-444C37A8F648}" type="presOf" srcId="{E4F7118D-58B6-4499-B36B-6E1EC40AAE7C}" destId="{E444D0F6-DDA7-469D-A830-382BABE2D310}" srcOrd="0" destOrd="0" presId="urn:microsoft.com/office/officeart/2005/8/layout/vList2"/>
    <dgm:cxn modelId="{311411A5-2DCF-4ED5-9F95-6FD2E40B030E}" srcId="{6182A991-C5E9-416B-9FC1-DC9EF6CBA778}" destId="{E4F7118D-58B6-4499-B36B-6E1EC40AAE7C}" srcOrd="1" destOrd="0" parTransId="{306DC516-24AA-4D26-BB84-EA30FB55A604}" sibTransId="{1AEF33A5-B3FD-4B7C-B551-1895B1CE71AC}"/>
    <dgm:cxn modelId="{DABF28C1-F1E6-4FAF-B49D-5638B8DB2B6A}" type="presOf" srcId="{10ECB061-B432-4B4E-BDF1-6DF8CC66655A}" destId="{D17EA69E-20FB-4B2D-8550-445DFBB46549}" srcOrd="0" destOrd="0" presId="urn:microsoft.com/office/officeart/2005/8/layout/vList2"/>
    <dgm:cxn modelId="{7BB88D33-A779-4A73-AF7B-64D2EEDDF646}" type="presParOf" srcId="{53A0A448-875A-4A93-9ECA-21DBA05D3461}" destId="{5D3D42F4-EF60-4206-B8DA-A10DF64CBA3A}" srcOrd="0" destOrd="0" presId="urn:microsoft.com/office/officeart/2005/8/layout/vList2"/>
    <dgm:cxn modelId="{F9B49145-79BB-43EC-B421-AB39097B28C1}" type="presParOf" srcId="{53A0A448-875A-4A93-9ECA-21DBA05D3461}" destId="{6258CD68-8807-4227-A5BA-4B055DCCB3A1}" srcOrd="1" destOrd="0" presId="urn:microsoft.com/office/officeart/2005/8/layout/vList2"/>
    <dgm:cxn modelId="{5A763B46-6116-4DA9-81D1-6D1721E78AAF}" type="presParOf" srcId="{53A0A448-875A-4A93-9ECA-21DBA05D3461}" destId="{E444D0F6-DDA7-469D-A830-382BABE2D310}" srcOrd="2" destOrd="0" presId="urn:microsoft.com/office/officeart/2005/8/layout/vList2"/>
    <dgm:cxn modelId="{C16FAE91-0975-463E-AA7A-CAE7E9AF7450}" type="presParOf" srcId="{53A0A448-875A-4A93-9ECA-21DBA05D3461}" destId="{47743D1D-0125-4A57-BD65-CD8056211CFA}" srcOrd="3" destOrd="0" presId="urn:microsoft.com/office/officeart/2005/8/layout/vList2"/>
    <dgm:cxn modelId="{AD4865DA-FDC7-432B-8A0A-48644AB6D37C}" type="presParOf" srcId="{53A0A448-875A-4A93-9ECA-21DBA05D3461}" destId="{D17EA69E-20FB-4B2D-8550-445DFBB4654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B6BB0C-DDFC-4841-9439-BD0157143B20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DEE24ED-58AB-4D37-A32A-8091CB5CDE33}">
      <dgm:prSet/>
      <dgm:spPr/>
      <dgm:t>
        <a:bodyPr/>
        <a:lstStyle/>
        <a:p>
          <a:r>
            <a:rPr lang="en-US" b="0" i="0" baseline="0"/>
            <a:t>Memory management (Garbage Collection)</a:t>
          </a:r>
          <a:endParaRPr lang="en-US"/>
        </a:p>
      </dgm:t>
    </dgm:pt>
    <dgm:pt modelId="{E523C405-1C3F-4A9C-B712-C5759E7C3ECC}" type="parTrans" cxnId="{31E22E9A-6846-4444-A1DE-1A1A95286610}">
      <dgm:prSet/>
      <dgm:spPr/>
      <dgm:t>
        <a:bodyPr/>
        <a:lstStyle/>
        <a:p>
          <a:endParaRPr lang="en-US"/>
        </a:p>
      </dgm:t>
    </dgm:pt>
    <dgm:pt modelId="{B1754AFE-2D0C-4F57-804C-993DBC7363E9}" type="sibTrans" cxnId="{31E22E9A-6846-4444-A1DE-1A1A95286610}">
      <dgm:prSet/>
      <dgm:spPr/>
      <dgm:t>
        <a:bodyPr/>
        <a:lstStyle/>
        <a:p>
          <a:endParaRPr lang="en-US"/>
        </a:p>
      </dgm:t>
    </dgm:pt>
    <dgm:pt modelId="{7890E43A-7E1A-4437-ADE6-D777B053511B}">
      <dgm:prSet/>
      <dgm:spPr/>
      <dgm:t>
        <a:bodyPr/>
        <a:lstStyle/>
        <a:p>
          <a:r>
            <a:rPr lang="en-US" b="0" i="0" baseline="0"/>
            <a:t>Multi-threading and concurrency issues</a:t>
          </a:r>
          <a:endParaRPr lang="en-US"/>
        </a:p>
      </dgm:t>
    </dgm:pt>
    <dgm:pt modelId="{A55A3907-C018-4678-AA5A-43DC19B1B47B}" type="parTrans" cxnId="{5DD510AA-7A18-43FB-BE08-A15D1FA8CB19}">
      <dgm:prSet/>
      <dgm:spPr/>
      <dgm:t>
        <a:bodyPr/>
        <a:lstStyle/>
        <a:p>
          <a:endParaRPr lang="en-US"/>
        </a:p>
      </dgm:t>
    </dgm:pt>
    <dgm:pt modelId="{02033DBE-A5A4-4C77-B62E-7F320F975CA2}" type="sibTrans" cxnId="{5DD510AA-7A18-43FB-BE08-A15D1FA8CB19}">
      <dgm:prSet/>
      <dgm:spPr/>
      <dgm:t>
        <a:bodyPr/>
        <a:lstStyle/>
        <a:p>
          <a:endParaRPr lang="en-US"/>
        </a:p>
      </dgm:t>
    </dgm:pt>
    <dgm:pt modelId="{525FCBBB-E391-4A72-8578-90638F0C235B}">
      <dgm:prSet/>
      <dgm:spPr/>
      <dgm:t>
        <a:bodyPr/>
        <a:lstStyle/>
        <a:p>
          <a:r>
            <a:rPr lang="en-US" b="0" i="0" baseline="0"/>
            <a:t>Managing external libraries and dependencies</a:t>
          </a:r>
          <a:endParaRPr lang="en-US"/>
        </a:p>
      </dgm:t>
    </dgm:pt>
    <dgm:pt modelId="{3A1A288F-9A0C-4E4D-B72A-3E8DD7A1D2B6}" type="parTrans" cxnId="{4AF6D9F4-0A3C-401A-9C79-B6B35ED373B3}">
      <dgm:prSet/>
      <dgm:spPr/>
      <dgm:t>
        <a:bodyPr/>
        <a:lstStyle/>
        <a:p>
          <a:endParaRPr lang="en-US"/>
        </a:p>
      </dgm:t>
    </dgm:pt>
    <dgm:pt modelId="{ABCFC31E-F7BF-4C1C-A2AF-3A1CD1B21A3E}" type="sibTrans" cxnId="{4AF6D9F4-0A3C-401A-9C79-B6B35ED373B3}">
      <dgm:prSet/>
      <dgm:spPr/>
      <dgm:t>
        <a:bodyPr/>
        <a:lstStyle/>
        <a:p>
          <a:endParaRPr lang="en-US"/>
        </a:p>
      </dgm:t>
    </dgm:pt>
    <dgm:pt modelId="{C8F62BFD-641F-416E-AA16-177665F824A3}">
      <dgm:prSet/>
      <dgm:spPr/>
      <dgm:t>
        <a:bodyPr/>
        <a:lstStyle/>
        <a:p>
          <a:r>
            <a:rPr lang="en-US" b="0" i="0" baseline="0"/>
            <a:t>Performance tuning and optimization </a:t>
          </a:r>
          <a:endParaRPr lang="en-US"/>
        </a:p>
      </dgm:t>
    </dgm:pt>
    <dgm:pt modelId="{B867704D-0DCD-4F16-9769-7550E2862078}" type="parTrans" cxnId="{9E332750-2D56-4AA4-BA88-2D870BB20CF5}">
      <dgm:prSet/>
      <dgm:spPr/>
      <dgm:t>
        <a:bodyPr/>
        <a:lstStyle/>
        <a:p>
          <a:endParaRPr lang="en-US"/>
        </a:p>
      </dgm:t>
    </dgm:pt>
    <dgm:pt modelId="{16A6E9E9-C4FF-4017-89C2-F1F52031161F}" type="sibTrans" cxnId="{9E332750-2D56-4AA4-BA88-2D870BB20CF5}">
      <dgm:prSet/>
      <dgm:spPr/>
      <dgm:t>
        <a:bodyPr/>
        <a:lstStyle/>
        <a:p>
          <a:endParaRPr lang="en-US"/>
        </a:p>
      </dgm:t>
    </dgm:pt>
    <dgm:pt modelId="{12B68660-C867-467D-8E30-C6833020FA5F}" type="pres">
      <dgm:prSet presAssocID="{36B6BB0C-DDFC-4841-9439-BD0157143B20}" presName="outerComposite" presStyleCnt="0">
        <dgm:presLayoutVars>
          <dgm:chMax val="5"/>
          <dgm:dir/>
          <dgm:resizeHandles val="exact"/>
        </dgm:presLayoutVars>
      </dgm:prSet>
      <dgm:spPr/>
    </dgm:pt>
    <dgm:pt modelId="{D36169DB-133C-44C1-B687-3019C6AF21FB}" type="pres">
      <dgm:prSet presAssocID="{36B6BB0C-DDFC-4841-9439-BD0157143B20}" presName="dummyMaxCanvas" presStyleCnt="0">
        <dgm:presLayoutVars/>
      </dgm:prSet>
      <dgm:spPr/>
    </dgm:pt>
    <dgm:pt modelId="{E8F23588-BF96-4668-9973-B2E152A03A03}" type="pres">
      <dgm:prSet presAssocID="{36B6BB0C-DDFC-4841-9439-BD0157143B20}" presName="FourNodes_1" presStyleLbl="node1" presStyleIdx="0" presStyleCnt="4">
        <dgm:presLayoutVars>
          <dgm:bulletEnabled val="1"/>
        </dgm:presLayoutVars>
      </dgm:prSet>
      <dgm:spPr/>
    </dgm:pt>
    <dgm:pt modelId="{6A852BF2-2295-4B9F-8135-618FFCE366CA}" type="pres">
      <dgm:prSet presAssocID="{36B6BB0C-DDFC-4841-9439-BD0157143B20}" presName="FourNodes_2" presStyleLbl="node1" presStyleIdx="1" presStyleCnt="4">
        <dgm:presLayoutVars>
          <dgm:bulletEnabled val="1"/>
        </dgm:presLayoutVars>
      </dgm:prSet>
      <dgm:spPr/>
    </dgm:pt>
    <dgm:pt modelId="{4BBA8A23-8ADB-47B6-9DCB-44A82C6662F2}" type="pres">
      <dgm:prSet presAssocID="{36B6BB0C-DDFC-4841-9439-BD0157143B20}" presName="FourNodes_3" presStyleLbl="node1" presStyleIdx="2" presStyleCnt="4">
        <dgm:presLayoutVars>
          <dgm:bulletEnabled val="1"/>
        </dgm:presLayoutVars>
      </dgm:prSet>
      <dgm:spPr/>
    </dgm:pt>
    <dgm:pt modelId="{B5F2FC6D-290E-4BCA-9E08-81C588FEBD9A}" type="pres">
      <dgm:prSet presAssocID="{36B6BB0C-DDFC-4841-9439-BD0157143B20}" presName="FourNodes_4" presStyleLbl="node1" presStyleIdx="3" presStyleCnt="4">
        <dgm:presLayoutVars>
          <dgm:bulletEnabled val="1"/>
        </dgm:presLayoutVars>
      </dgm:prSet>
      <dgm:spPr/>
    </dgm:pt>
    <dgm:pt modelId="{BBA9C6E1-C531-4F77-BD5E-9DFD47761192}" type="pres">
      <dgm:prSet presAssocID="{36B6BB0C-DDFC-4841-9439-BD0157143B20}" presName="FourConn_1-2" presStyleLbl="fgAccFollowNode1" presStyleIdx="0" presStyleCnt="3">
        <dgm:presLayoutVars>
          <dgm:bulletEnabled val="1"/>
        </dgm:presLayoutVars>
      </dgm:prSet>
      <dgm:spPr/>
    </dgm:pt>
    <dgm:pt modelId="{5FCF748B-8938-40E6-AD7E-D358E8715D73}" type="pres">
      <dgm:prSet presAssocID="{36B6BB0C-DDFC-4841-9439-BD0157143B20}" presName="FourConn_2-3" presStyleLbl="fgAccFollowNode1" presStyleIdx="1" presStyleCnt="3">
        <dgm:presLayoutVars>
          <dgm:bulletEnabled val="1"/>
        </dgm:presLayoutVars>
      </dgm:prSet>
      <dgm:spPr/>
    </dgm:pt>
    <dgm:pt modelId="{E4AA1FD7-BE7A-43C7-9780-7D6D5A5202A4}" type="pres">
      <dgm:prSet presAssocID="{36B6BB0C-DDFC-4841-9439-BD0157143B20}" presName="FourConn_3-4" presStyleLbl="fgAccFollowNode1" presStyleIdx="2" presStyleCnt="3">
        <dgm:presLayoutVars>
          <dgm:bulletEnabled val="1"/>
        </dgm:presLayoutVars>
      </dgm:prSet>
      <dgm:spPr/>
    </dgm:pt>
    <dgm:pt modelId="{47108498-11CA-49AC-93C8-8C970F3CA09A}" type="pres">
      <dgm:prSet presAssocID="{36B6BB0C-DDFC-4841-9439-BD0157143B20}" presName="FourNodes_1_text" presStyleLbl="node1" presStyleIdx="3" presStyleCnt="4">
        <dgm:presLayoutVars>
          <dgm:bulletEnabled val="1"/>
        </dgm:presLayoutVars>
      </dgm:prSet>
      <dgm:spPr/>
    </dgm:pt>
    <dgm:pt modelId="{45CF2F3D-3793-4A1C-8D23-BCD7CF160A0D}" type="pres">
      <dgm:prSet presAssocID="{36B6BB0C-DDFC-4841-9439-BD0157143B20}" presName="FourNodes_2_text" presStyleLbl="node1" presStyleIdx="3" presStyleCnt="4">
        <dgm:presLayoutVars>
          <dgm:bulletEnabled val="1"/>
        </dgm:presLayoutVars>
      </dgm:prSet>
      <dgm:spPr/>
    </dgm:pt>
    <dgm:pt modelId="{6950A783-CBC7-455D-9812-45D67674CA59}" type="pres">
      <dgm:prSet presAssocID="{36B6BB0C-DDFC-4841-9439-BD0157143B20}" presName="FourNodes_3_text" presStyleLbl="node1" presStyleIdx="3" presStyleCnt="4">
        <dgm:presLayoutVars>
          <dgm:bulletEnabled val="1"/>
        </dgm:presLayoutVars>
      </dgm:prSet>
      <dgm:spPr/>
    </dgm:pt>
    <dgm:pt modelId="{C8D86C72-FCF3-40B7-A86F-07D0AFB6EDB5}" type="pres">
      <dgm:prSet presAssocID="{36B6BB0C-DDFC-4841-9439-BD0157143B2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919A717-7326-47BB-BDC9-65373DF7DAAF}" type="presOf" srcId="{B1754AFE-2D0C-4F57-804C-993DBC7363E9}" destId="{BBA9C6E1-C531-4F77-BD5E-9DFD47761192}" srcOrd="0" destOrd="0" presId="urn:microsoft.com/office/officeart/2005/8/layout/vProcess5"/>
    <dgm:cxn modelId="{99EB041F-B518-478B-8541-AEE08D1E5599}" type="presOf" srcId="{ABCFC31E-F7BF-4C1C-A2AF-3A1CD1B21A3E}" destId="{E4AA1FD7-BE7A-43C7-9780-7D6D5A5202A4}" srcOrd="0" destOrd="0" presId="urn:microsoft.com/office/officeart/2005/8/layout/vProcess5"/>
    <dgm:cxn modelId="{F4D55E2C-6184-4E24-9FE4-5303D479B9D8}" type="presOf" srcId="{C8F62BFD-641F-416E-AA16-177665F824A3}" destId="{B5F2FC6D-290E-4BCA-9E08-81C588FEBD9A}" srcOrd="0" destOrd="0" presId="urn:microsoft.com/office/officeart/2005/8/layout/vProcess5"/>
    <dgm:cxn modelId="{AE880469-7440-46E9-BDCA-39D9D56825F8}" type="presOf" srcId="{7DEE24ED-58AB-4D37-A32A-8091CB5CDE33}" destId="{E8F23588-BF96-4668-9973-B2E152A03A03}" srcOrd="0" destOrd="0" presId="urn:microsoft.com/office/officeart/2005/8/layout/vProcess5"/>
    <dgm:cxn modelId="{9E332750-2D56-4AA4-BA88-2D870BB20CF5}" srcId="{36B6BB0C-DDFC-4841-9439-BD0157143B20}" destId="{C8F62BFD-641F-416E-AA16-177665F824A3}" srcOrd="3" destOrd="0" parTransId="{B867704D-0DCD-4F16-9769-7550E2862078}" sibTransId="{16A6E9E9-C4FF-4017-89C2-F1F52031161F}"/>
    <dgm:cxn modelId="{9C41E954-81F4-46A2-81FA-F9597DB2D6C7}" type="presOf" srcId="{525FCBBB-E391-4A72-8578-90638F0C235B}" destId="{6950A783-CBC7-455D-9812-45D67674CA59}" srcOrd="1" destOrd="0" presId="urn:microsoft.com/office/officeart/2005/8/layout/vProcess5"/>
    <dgm:cxn modelId="{641BFF7F-FF24-45DF-8208-35279491F75D}" type="presOf" srcId="{7890E43A-7E1A-4437-ADE6-D777B053511B}" destId="{6A852BF2-2295-4B9F-8135-618FFCE366CA}" srcOrd="0" destOrd="0" presId="urn:microsoft.com/office/officeart/2005/8/layout/vProcess5"/>
    <dgm:cxn modelId="{06F1118A-C686-4C61-93E9-8FD893CC7B34}" type="presOf" srcId="{525FCBBB-E391-4A72-8578-90638F0C235B}" destId="{4BBA8A23-8ADB-47B6-9DCB-44A82C6662F2}" srcOrd="0" destOrd="0" presId="urn:microsoft.com/office/officeart/2005/8/layout/vProcess5"/>
    <dgm:cxn modelId="{31E22E9A-6846-4444-A1DE-1A1A95286610}" srcId="{36B6BB0C-DDFC-4841-9439-BD0157143B20}" destId="{7DEE24ED-58AB-4D37-A32A-8091CB5CDE33}" srcOrd="0" destOrd="0" parTransId="{E523C405-1C3F-4A9C-B712-C5759E7C3ECC}" sibTransId="{B1754AFE-2D0C-4F57-804C-993DBC7363E9}"/>
    <dgm:cxn modelId="{A4E9AE9E-BBE1-45AD-BCC9-145C1F9007FB}" type="presOf" srcId="{7890E43A-7E1A-4437-ADE6-D777B053511B}" destId="{45CF2F3D-3793-4A1C-8D23-BCD7CF160A0D}" srcOrd="1" destOrd="0" presId="urn:microsoft.com/office/officeart/2005/8/layout/vProcess5"/>
    <dgm:cxn modelId="{75A0FEA1-E826-4F61-8A94-79D2C72ECEF3}" type="presOf" srcId="{02033DBE-A5A4-4C77-B62E-7F320F975CA2}" destId="{5FCF748B-8938-40E6-AD7E-D358E8715D73}" srcOrd="0" destOrd="0" presId="urn:microsoft.com/office/officeart/2005/8/layout/vProcess5"/>
    <dgm:cxn modelId="{5DD510AA-7A18-43FB-BE08-A15D1FA8CB19}" srcId="{36B6BB0C-DDFC-4841-9439-BD0157143B20}" destId="{7890E43A-7E1A-4437-ADE6-D777B053511B}" srcOrd="1" destOrd="0" parTransId="{A55A3907-C018-4678-AA5A-43DC19B1B47B}" sibTransId="{02033DBE-A5A4-4C77-B62E-7F320F975CA2}"/>
    <dgm:cxn modelId="{A67442AA-6AF4-4C3B-82DC-4619A1EF482F}" type="presOf" srcId="{7DEE24ED-58AB-4D37-A32A-8091CB5CDE33}" destId="{47108498-11CA-49AC-93C8-8C970F3CA09A}" srcOrd="1" destOrd="0" presId="urn:microsoft.com/office/officeart/2005/8/layout/vProcess5"/>
    <dgm:cxn modelId="{77F2DEC3-EDEB-4E8A-96B9-857EEEC55CCC}" type="presOf" srcId="{36B6BB0C-DDFC-4841-9439-BD0157143B20}" destId="{12B68660-C867-467D-8E30-C6833020FA5F}" srcOrd="0" destOrd="0" presId="urn:microsoft.com/office/officeart/2005/8/layout/vProcess5"/>
    <dgm:cxn modelId="{D52AB3CC-1C7F-46CE-A0A3-999B9BC1D734}" type="presOf" srcId="{C8F62BFD-641F-416E-AA16-177665F824A3}" destId="{C8D86C72-FCF3-40B7-A86F-07D0AFB6EDB5}" srcOrd="1" destOrd="0" presId="urn:microsoft.com/office/officeart/2005/8/layout/vProcess5"/>
    <dgm:cxn modelId="{4AF6D9F4-0A3C-401A-9C79-B6B35ED373B3}" srcId="{36B6BB0C-DDFC-4841-9439-BD0157143B20}" destId="{525FCBBB-E391-4A72-8578-90638F0C235B}" srcOrd="2" destOrd="0" parTransId="{3A1A288F-9A0C-4E4D-B72A-3E8DD7A1D2B6}" sibTransId="{ABCFC31E-F7BF-4C1C-A2AF-3A1CD1B21A3E}"/>
    <dgm:cxn modelId="{BB51B40E-2233-473D-A16B-20B667A4AA7C}" type="presParOf" srcId="{12B68660-C867-467D-8E30-C6833020FA5F}" destId="{D36169DB-133C-44C1-B687-3019C6AF21FB}" srcOrd="0" destOrd="0" presId="urn:microsoft.com/office/officeart/2005/8/layout/vProcess5"/>
    <dgm:cxn modelId="{E4BF3CC7-CD07-4077-AC34-9A95FA2D5BD8}" type="presParOf" srcId="{12B68660-C867-467D-8E30-C6833020FA5F}" destId="{E8F23588-BF96-4668-9973-B2E152A03A03}" srcOrd="1" destOrd="0" presId="urn:microsoft.com/office/officeart/2005/8/layout/vProcess5"/>
    <dgm:cxn modelId="{5BDC83AC-A5E0-4D0E-ABAB-3B39F3B0693B}" type="presParOf" srcId="{12B68660-C867-467D-8E30-C6833020FA5F}" destId="{6A852BF2-2295-4B9F-8135-618FFCE366CA}" srcOrd="2" destOrd="0" presId="urn:microsoft.com/office/officeart/2005/8/layout/vProcess5"/>
    <dgm:cxn modelId="{C2618AA4-D6C1-489C-A592-46A60199D4AD}" type="presParOf" srcId="{12B68660-C867-467D-8E30-C6833020FA5F}" destId="{4BBA8A23-8ADB-47B6-9DCB-44A82C6662F2}" srcOrd="3" destOrd="0" presId="urn:microsoft.com/office/officeart/2005/8/layout/vProcess5"/>
    <dgm:cxn modelId="{CA66A0BF-71C2-4718-A389-958BD52FA63E}" type="presParOf" srcId="{12B68660-C867-467D-8E30-C6833020FA5F}" destId="{B5F2FC6D-290E-4BCA-9E08-81C588FEBD9A}" srcOrd="4" destOrd="0" presId="urn:microsoft.com/office/officeart/2005/8/layout/vProcess5"/>
    <dgm:cxn modelId="{30C9A9BD-7106-4C2C-8ECD-472CA4F29256}" type="presParOf" srcId="{12B68660-C867-467D-8E30-C6833020FA5F}" destId="{BBA9C6E1-C531-4F77-BD5E-9DFD47761192}" srcOrd="5" destOrd="0" presId="urn:microsoft.com/office/officeart/2005/8/layout/vProcess5"/>
    <dgm:cxn modelId="{E0F310AD-0E4B-49CE-85F4-A60067946D08}" type="presParOf" srcId="{12B68660-C867-467D-8E30-C6833020FA5F}" destId="{5FCF748B-8938-40E6-AD7E-D358E8715D73}" srcOrd="6" destOrd="0" presId="urn:microsoft.com/office/officeart/2005/8/layout/vProcess5"/>
    <dgm:cxn modelId="{813BA14E-FA1F-4771-B5CE-F41348850E51}" type="presParOf" srcId="{12B68660-C867-467D-8E30-C6833020FA5F}" destId="{E4AA1FD7-BE7A-43C7-9780-7D6D5A5202A4}" srcOrd="7" destOrd="0" presId="urn:microsoft.com/office/officeart/2005/8/layout/vProcess5"/>
    <dgm:cxn modelId="{87E5C624-D24B-476D-8C40-A5986055F25B}" type="presParOf" srcId="{12B68660-C867-467D-8E30-C6833020FA5F}" destId="{47108498-11CA-49AC-93C8-8C970F3CA09A}" srcOrd="8" destOrd="0" presId="urn:microsoft.com/office/officeart/2005/8/layout/vProcess5"/>
    <dgm:cxn modelId="{01A393F1-A038-4E5E-B022-3C47AEDC5033}" type="presParOf" srcId="{12B68660-C867-467D-8E30-C6833020FA5F}" destId="{45CF2F3D-3793-4A1C-8D23-BCD7CF160A0D}" srcOrd="9" destOrd="0" presId="urn:microsoft.com/office/officeart/2005/8/layout/vProcess5"/>
    <dgm:cxn modelId="{51685005-B82D-4DA9-9DB1-3AA86B5BA69B}" type="presParOf" srcId="{12B68660-C867-467D-8E30-C6833020FA5F}" destId="{6950A783-CBC7-455D-9812-45D67674CA59}" srcOrd="10" destOrd="0" presId="urn:microsoft.com/office/officeart/2005/8/layout/vProcess5"/>
    <dgm:cxn modelId="{BD2ECC03-0F11-4B31-92F7-197191720561}" type="presParOf" srcId="{12B68660-C867-467D-8E30-C6833020FA5F}" destId="{C8D86C72-FCF3-40B7-A86F-07D0AFB6EDB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8C76805-EE5A-4AEC-A647-65F9A1115EF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46F7E4-5DD8-415A-9688-B85066BA180D}">
      <dgm:prSet/>
      <dgm:spPr/>
      <dgm:t>
        <a:bodyPr/>
        <a:lstStyle/>
        <a:p>
          <a:r>
            <a:rPr lang="en-US" b="0" i="0" baseline="0"/>
            <a:t>Writing clean, readable code (SOLID principles)</a:t>
          </a:r>
          <a:endParaRPr lang="en-US"/>
        </a:p>
      </dgm:t>
    </dgm:pt>
    <dgm:pt modelId="{49CF6405-EA98-45A9-9014-D0211D756B53}" type="parTrans" cxnId="{40B9DB74-32EA-46A1-AADA-B2F4C13F73B7}">
      <dgm:prSet/>
      <dgm:spPr/>
      <dgm:t>
        <a:bodyPr/>
        <a:lstStyle/>
        <a:p>
          <a:endParaRPr lang="en-US"/>
        </a:p>
      </dgm:t>
    </dgm:pt>
    <dgm:pt modelId="{050BC181-A58B-465A-9BC6-6D9045390E88}" type="sibTrans" cxnId="{40B9DB74-32EA-46A1-AADA-B2F4C13F73B7}">
      <dgm:prSet/>
      <dgm:spPr/>
      <dgm:t>
        <a:bodyPr/>
        <a:lstStyle/>
        <a:p>
          <a:endParaRPr lang="en-US"/>
        </a:p>
      </dgm:t>
    </dgm:pt>
    <dgm:pt modelId="{8A2B728D-4918-47CF-9061-BD24F88EEF0B}">
      <dgm:prSet/>
      <dgm:spPr/>
      <dgm:t>
        <a:bodyPr/>
        <a:lstStyle/>
        <a:p>
          <a:r>
            <a:rPr lang="en-US" b="0" i="0" baseline="0"/>
            <a:t>Testing: Unit Testing (JUnit, Mockito), Integration Testing</a:t>
          </a:r>
          <a:endParaRPr lang="en-US"/>
        </a:p>
      </dgm:t>
    </dgm:pt>
    <dgm:pt modelId="{08634C7A-F039-4F8C-86DD-7ACA0729CF61}" type="parTrans" cxnId="{6C282913-A095-489B-8687-B100CCA78A33}">
      <dgm:prSet/>
      <dgm:spPr/>
      <dgm:t>
        <a:bodyPr/>
        <a:lstStyle/>
        <a:p>
          <a:endParaRPr lang="en-US"/>
        </a:p>
      </dgm:t>
    </dgm:pt>
    <dgm:pt modelId="{3F82B292-43A6-4DB8-B2DC-6ECBA4CE2156}" type="sibTrans" cxnId="{6C282913-A095-489B-8687-B100CCA78A33}">
      <dgm:prSet/>
      <dgm:spPr/>
      <dgm:t>
        <a:bodyPr/>
        <a:lstStyle/>
        <a:p>
          <a:endParaRPr lang="en-US"/>
        </a:p>
      </dgm:t>
    </dgm:pt>
    <dgm:pt modelId="{436D01F8-8344-41B1-A680-36A8A007C1E2}">
      <dgm:prSet/>
      <dgm:spPr/>
      <dgm:t>
        <a:bodyPr/>
        <a:lstStyle/>
        <a:p>
          <a:r>
            <a:rPr lang="en-US" b="0" i="0" baseline="0"/>
            <a:t>Security: Securing data, authentication, encryption</a:t>
          </a:r>
          <a:endParaRPr lang="en-US"/>
        </a:p>
      </dgm:t>
    </dgm:pt>
    <dgm:pt modelId="{C9AAEB6D-51A5-47BA-9284-BB9C4D880E2F}" type="parTrans" cxnId="{98B441D4-481C-477A-9061-DBC105622DD2}">
      <dgm:prSet/>
      <dgm:spPr/>
      <dgm:t>
        <a:bodyPr/>
        <a:lstStyle/>
        <a:p>
          <a:endParaRPr lang="en-US"/>
        </a:p>
      </dgm:t>
    </dgm:pt>
    <dgm:pt modelId="{DCE89410-A0C6-41D4-B6F5-57655CA719F7}" type="sibTrans" cxnId="{98B441D4-481C-477A-9061-DBC105622DD2}">
      <dgm:prSet/>
      <dgm:spPr/>
      <dgm:t>
        <a:bodyPr/>
        <a:lstStyle/>
        <a:p>
          <a:endParaRPr lang="en-US"/>
        </a:p>
      </dgm:t>
    </dgm:pt>
    <dgm:pt modelId="{FF611FAC-08EA-4937-8061-B7C1D958CB90}">
      <dgm:prSet/>
      <dgm:spPr/>
      <dgm:t>
        <a:bodyPr/>
        <a:lstStyle/>
        <a:p>
          <a:r>
            <a:rPr lang="en-US" b="0" i="0" baseline="0"/>
            <a:t>Performance: Profiling, caching, and memory management techniques </a:t>
          </a:r>
          <a:endParaRPr lang="en-US"/>
        </a:p>
      </dgm:t>
    </dgm:pt>
    <dgm:pt modelId="{708A8D1F-3846-4C82-AAE8-4B57C92AC443}" type="parTrans" cxnId="{19C1E4F3-B1A9-46D5-A620-A96C45137A62}">
      <dgm:prSet/>
      <dgm:spPr/>
      <dgm:t>
        <a:bodyPr/>
        <a:lstStyle/>
        <a:p>
          <a:endParaRPr lang="en-US"/>
        </a:p>
      </dgm:t>
    </dgm:pt>
    <dgm:pt modelId="{53B02DA0-8D3C-4DDA-A0AD-EDCC866A7FE6}" type="sibTrans" cxnId="{19C1E4F3-B1A9-46D5-A620-A96C45137A62}">
      <dgm:prSet/>
      <dgm:spPr/>
      <dgm:t>
        <a:bodyPr/>
        <a:lstStyle/>
        <a:p>
          <a:endParaRPr lang="en-US"/>
        </a:p>
      </dgm:t>
    </dgm:pt>
    <dgm:pt modelId="{4013BB00-D16E-4BE0-9ABF-8F33D749A557}" type="pres">
      <dgm:prSet presAssocID="{98C76805-EE5A-4AEC-A647-65F9A1115EF1}" presName="root" presStyleCnt="0">
        <dgm:presLayoutVars>
          <dgm:dir/>
          <dgm:resizeHandles val="exact"/>
        </dgm:presLayoutVars>
      </dgm:prSet>
      <dgm:spPr/>
    </dgm:pt>
    <dgm:pt modelId="{20E782B8-2DCF-44CA-884D-8C400578F05D}" type="pres">
      <dgm:prSet presAssocID="{7F46F7E4-5DD8-415A-9688-B85066BA180D}" presName="compNode" presStyleCnt="0"/>
      <dgm:spPr/>
    </dgm:pt>
    <dgm:pt modelId="{AFC0322F-C472-4BDD-909D-D64018DDA6D9}" type="pres">
      <dgm:prSet presAssocID="{7F46F7E4-5DD8-415A-9688-B85066BA180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B0FFBD4D-F267-419F-8686-A15A34357BD9}" type="pres">
      <dgm:prSet presAssocID="{7F46F7E4-5DD8-415A-9688-B85066BA180D}" presName="spaceRect" presStyleCnt="0"/>
      <dgm:spPr/>
    </dgm:pt>
    <dgm:pt modelId="{060EA299-4A98-408B-81E0-650A1A1BB89A}" type="pres">
      <dgm:prSet presAssocID="{7F46F7E4-5DD8-415A-9688-B85066BA180D}" presName="textRect" presStyleLbl="revTx" presStyleIdx="0" presStyleCnt="4">
        <dgm:presLayoutVars>
          <dgm:chMax val="1"/>
          <dgm:chPref val="1"/>
        </dgm:presLayoutVars>
      </dgm:prSet>
      <dgm:spPr/>
    </dgm:pt>
    <dgm:pt modelId="{17677EB1-7E0D-415B-A607-F7CFA1AD385D}" type="pres">
      <dgm:prSet presAssocID="{050BC181-A58B-465A-9BC6-6D9045390E88}" presName="sibTrans" presStyleCnt="0"/>
      <dgm:spPr/>
    </dgm:pt>
    <dgm:pt modelId="{D872ED79-0687-4409-A52A-267800149B34}" type="pres">
      <dgm:prSet presAssocID="{8A2B728D-4918-47CF-9061-BD24F88EEF0B}" presName="compNode" presStyleCnt="0"/>
      <dgm:spPr/>
    </dgm:pt>
    <dgm:pt modelId="{1257802D-7447-4163-84FB-79A2BAEA8FF9}" type="pres">
      <dgm:prSet presAssocID="{8A2B728D-4918-47CF-9061-BD24F88EEF0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825837F-2A5E-4C59-BF53-351289A4B70D}" type="pres">
      <dgm:prSet presAssocID="{8A2B728D-4918-47CF-9061-BD24F88EEF0B}" presName="spaceRect" presStyleCnt="0"/>
      <dgm:spPr/>
    </dgm:pt>
    <dgm:pt modelId="{14A85D70-76D4-47A0-871F-FB55AAD30664}" type="pres">
      <dgm:prSet presAssocID="{8A2B728D-4918-47CF-9061-BD24F88EEF0B}" presName="textRect" presStyleLbl="revTx" presStyleIdx="1" presStyleCnt="4">
        <dgm:presLayoutVars>
          <dgm:chMax val="1"/>
          <dgm:chPref val="1"/>
        </dgm:presLayoutVars>
      </dgm:prSet>
      <dgm:spPr/>
    </dgm:pt>
    <dgm:pt modelId="{D0A71E41-C901-442D-B0B4-1A25B574FE2F}" type="pres">
      <dgm:prSet presAssocID="{3F82B292-43A6-4DB8-B2DC-6ECBA4CE2156}" presName="sibTrans" presStyleCnt="0"/>
      <dgm:spPr/>
    </dgm:pt>
    <dgm:pt modelId="{FBA86BD6-C245-4054-9C6E-6A318A1C578B}" type="pres">
      <dgm:prSet presAssocID="{436D01F8-8344-41B1-A680-36A8A007C1E2}" presName="compNode" presStyleCnt="0"/>
      <dgm:spPr/>
    </dgm:pt>
    <dgm:pt modelId="{63C05603-6A91-43FC-9E7E-2527BE047A46}" type="pres">
      <dgm:prSet presAssocID="{436D01F8-8344-41B1-A680-36A8A007C1E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58E8612-B69C-4750-9939-A031D702C9C0}" type="pres">
      <dgm:prSet presAssocID="{436D01F8-8344-41B1-A680-36A8A007C1E2}" presName="spaceRect" presStyleCnt="0"/>
      <dgm:spPr/>
    </dgm:pt>
    <dgm:pt modelId="{C49A9F35-D2C3-4E7D-8738-F79F29846404}" type="pres">
      <dgm:prSet presAssocID="{436D01F8-8344-41B1-A680-36A8A007C1E2}" presName="textRect" presStyleLbl="revTx" presStyleIdx="2" presStyleCnt="4">
        <dgm:presLayoutVars>
          <dgm:chMax val="1"/>
          <dgm:chPref val="1"/>
        </dgm:presLayoutVars>
      </dgm:prSet>
      <dgm:spPr/>
    </dgm:pt>
    <dgm:pt modelId="{71C37DE6-D3D6-426D-8768-0B5A2B67C9A3}" type="pres">
      <dgm:prSet presAssocID="{DCE89410-A0C6-41D4-B6F5-57655CA719F7}" presName="sibTrans" presStyleCnt="0"/>
      <dgm:spPr/>
    </dgm:pt>
    <dgm:pt modelId="{A131921A-D37A-4B24-A14D-966210FEBC2E}" type="pres">
      <dgm:prSet presAssocID="{FF611FAC-08EA-4937-8061-B7C1D958CB90}" presName="compNode" presStyleCnt="0"/>
      <dgm:spPr/>
    </dgm:pt>
    <dgm:pt modelId="{304D14F6-2D6F-4BA2-91B6-E4B2E7054910}" type="pres">
      <dgm:prSet presAssocID="{FF611FAC-08EA-4937-8061-B7C1D958CB9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57A7F39-326A-444B-9123-C4E691176D9D}" type="pres">
      <dgm:prSet presAssocID="{FF611FAC-08EA-4937-8061-B7C1D958CB90}" presName="spaceRect" presStyleCnt="0"/>
      <dgm:spPr/>
    </dgm:pt>
    <dgm:pt modelId="{B0D09AF0-3C3A-488C-B0AC-4E641A0832A5}" type="pres">
      <dgm:prSet presAssocID="{FF611FAC-08EA-4937-8061-B7C1D958CB9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C282913-A095-489B-8687-B100CCA78A33}" srcId="{98C76805-EE5A-4AEC-A647-65F9A1115EF1}" destId="{8A2B728D-4918-47CF-9061-BD24F88EEF0B}" srcOrd="1" destOrd="0" parTransId="{08634C7A-F039-4F8C-86DD-7ACA0729CF61}" sibTransId="{3F82B292-43A6-4DB8-B2DC-6ECBA4CE2156}"/>
    <dgm:cxn modelId="{40B9DB74-32EA-46A1-AADA-B2F4C13F73B7}" srcId="{98C76805-EE5A-4AEC-A647-65F9A1115EF1}" destId="{7F46F7E4-5DD8-415A-9688-B85066BA180D}" srcOrd="0" destOrd="0" parTransId="{49CF6405-EA98-45A9-9014-D0211D756B53}" sibTransId="{050BC181-A58B-465A-9BC6-6D9045390E88}"/>
    <dgm:cxn modelId="{68071F57-B740-49A2-97A1-F1943A7877D0}" type="presOf" srcId="{98C76805-EE5A-4AEC-A647-65F9A1115EF1}" destId="{4013BB00-D16E-4BE0-9ABF-8F33D749A557}" srcOrd="0" destOrd="0" presId="urn:microsoft.com/office/officeart/2018/2/layout/IconLabelList"/>
    <dgm:cxn modelId="{B8B8E49E-D9D7-42F8-9F55-28DD4BD015C4}" type="presOf" srcId="{8A2B728D-4918-47CF-9061-BD24F88EEF0B}" destId="{14A85D70-76D4-47A0-871F-FB55AAD30664}" srcOrd="0" destOrd="0" presId="urn:microsoft.com/office/officeart/2018/2/layout/IconLabelList"/>
    <dgm:cxn modelId="{6D7FF0AF-F5EB-4036-8CFF-F60A4AC98AD0}" type="presOf" srcId="{436D01F8-8344-41B1-A680-36A8A007C1E2}" destId="{C49A9F35-D2C3-4E7D-8738-F79F29846404}" srcOrd="0" destOrd="0" presId="urn:microsoft.com/office/officeart/2018/2/layout/IconLabelList"/>
    <dgm:cxn modelId="{98B441D4-481C-477A-9061-DBC105622DD2}" srcId="{98C76805-EE5A-4AEC-A647-65F9A1115EF1}" destId="{436D01F8-8344-41B1-A680-36A8A007C1E2}" srcOrd="2" destOrd="0" parTransId="{C9AAEB6D-51A5-47BA-9284-BB9C4D880E2F}" sibTransId="{DCE89410-A0C6-41D4-B6F5-57655CA719F7}"/>
    <dgm:cxn modelId="{BE6320DB-0E5A-4812-A091-80E4962C7A85}" type="presOf" srcId="{FF611FAC-08EA-4937-8061-B7C1D958CB90}" destId="{B0D09AF0-3C3A-488C-B0AC-4E641A0832A5}" srcOrd="0" destOrd="0" presId="urn:microsoft.com/office/officeart/2018/2/layout/IconLabelList"/>
    <dgm:cxn modelId="{9106EFEE-19FB-40DD-BDBC-5AAC853128F9}" type="presOf" srcId="{7F46F7E4-5DD8-415A-9688-B85066BA180D}" destId="{060EA299-4A98-408B-81E0-650A1A1BB89A}" srcOrd="0" destOrd="0" presId="urn:microsoft.com/office/officeart/2018/2/layout/IconLabelList"/>
    <dgm:cxn modelId="{19C1E4F3-B1A9-46D5-A620-A96C45137A62}" srcId="{98C76805-EE5A-4AEC-A647-65F9A1115EF1}" destId="{FF611FAC-08EA-4937-8061-B7C1D958CB90}" srcOrd="3" destOrd="0" parTransId="{708A8D1F-3846-4C82-AAE8-4B57C92AC443}" sibTransId="{53B02DA0-8D3C-4DDA-A0AD-EDCC866A7FE6}"/>
    <dgm:cxn modelId="{CC9EF92F-8A30-4FD9-B6B5-2680FC03266A}" type="presParOf" srcId="{4013BB00-D16E-4BE0-9ABF-8F33D749A557}" destId="{20E782B8-2DCF-44CA-884D-8C400578F05D}" srcOrd="0" destOrd="0" presId="urn:microsoft.com/office/officeart/2018/2/layout/IconLabelList"/>
    <dgm:cxn modelId="{CEA0E377-FDC5-4FF6-818D-A58DC49BB3FC}" type="presParOf" srcId="{20E782B8-2DCF-44CA-884D-8C400578F05D}" destId="{AFC0322F-C472-4BDD-909D-D64018DDA6D9}" srcOrd="0" destOrd="0" presId="urn:microsoft.com/office/officeart/2018/2/layout/IconLabelList"/>
    <dgm:cxn modelId="{3F95ECFC-3052-4E32-A381-CADBFE4005EF}" type="presParOf" srcId="{20E782B8-2DCF-44CA-884D-8C400578F05D}" destId="{B0FFBD4D-F267-419F-8686-A15A34357BD9}" srcOrd="1" destOrd="0" presId="urn:microsoft.com/office/officeart/2018/2/layout/IconLabelList"/>
    <dgm:cxn modelId="{4A10E944-7085-464C-AFEC-9C17EC2078C7}" type="presParOf" srcId="{20E782B8-2DCF-44CA-884D-8C400578F05D}" destId="{060EA299-4A98-408B-81E0-650A1A1BB89A}" srcOrd="2" destOrd="0" presId="urn:microsoft.com/office/officeart/2018/2/layout/IconLabelList"/>
    <dgm:cxn modelId="{EF7D050A-9499-4B92-95FE-151E3FBD5B9C}" type="presParOf" srcId="{4013BB00-D16E-4BE0-9ABF-8F33D749A557}" destId="{17677EB1-7E0D-415B-A607-F7CFA1AD385D}" srcOrd="1" destOrd="0" presId="urn:microsoft.com/office/officeart/2018/2/layout/IconLabelList"/>
    <dgm:cxn modelId="{076F0B5F-26AA-4501-8E63-D6BCA0827A68}" type="presParOf" srcId="{4013BB00-D16E-4BE0-9ABF-8F33D749A557}" destId="{D872ED79-0687-4409-A52A-267800149B34}" srcOrd="2" destOrd="0" presId="urn:microsoft.com/office/officeart/2018/2/layout/IconLabelList"/>
    <dgm:cxn modelId="{8BBAB7E4-A593-4386-ABC4-2EBB997BB5E3}" type="presParOf" srcId="{D872ED79-0687-4409-A52A-267800149B34}" destId="{1257802D-7447-4163-84FB-79A2BAEA8FF9}" srcOrd="0" destOrd="0" presId="urn:microsoft.com/office/officeart/2018/2/layout/IconLabelList"/>
    <dgm:cxn modelId="{AE5BE599-3048-4A92-896D-81A6B06C0877}" type="presParOf" srcId="{D872ED79-0687-4409-A52A-267800149B34}" destId="{3825837F-2A5E-4C59-BF53-351289A4B70D}" srcOrd="1" destOrd="0" presId="urn:microsoft.com/office/officeart/2018/2/layout/IconLabelList"/>
    <dgm:cxn modelId="{FC39E138-AE4C-47CE-92E3-D8F9060FA629}" type="presParOf" srcId="{D872ED79-0687-4409-A52A-267800149B34}" destId="{14A85D70-76D4-47A0-871F-FB55AAD30664}" srcOrd="2" destOrd="0" presId="urn:microsoft.com/office/officeart/2018/2/layout/IconLabelList"/>
    <dgm:cxn modelId="{958BC4BB-ABE7-4CE5-94EA-E0546183D29C}" type="presParOf" srcId="{4013BB00-D16E-4BE0-9ABF-8F33D749A557}" destId="{D0A71E41-C901-442D-B0B4-1A25B574FE2F}" srcOrd="3" destOrd="0" presId="urn:microsoft.com/office/officeart/2018/2/layout/IconLabelList"/>
    <dgm:cxn modelId="{340C6C78-182A-4A37-99DB-9150BEC06983}" type="presParOf" srcId="{4013BB00-D16E-4BE0-9ABF-8F33D749A557}" destId="{FBA86BD6-C245-4054-9C6E-6A318A1C578B}" srcOrd="4" destOrd="0" presId="urn:microsoft.com/office/officeart/2018/2/layout/IconLabelList"/>
    <dgm:cxn modelId="{D7F56FE1-6A2A-4B32-8526-A404CC80DADE}" type="presParOf" srcId="{FBA86BD6-C245-4054-9C6E-6A318A1C578B}" destId="{63C05603-6A91-43FC-9E7E-2527BE047A46}" srcOrd="0" destOrd="0" presId="urn:microsoft.com/office/officeart/2018/2/layout/IconLabelList"/>
    <dgm:cxn modelId="{3494B59F-AC82-48C0-8319-49F78E808958}" type="presParOf" srcId="{FBA86BD6-C245-4054-9C6E-6A318A1C578B}" destId="{D58E8612-B69C-4750-9939-A031D702C9C0}" srcOrd="1" destOrd="0" presId="urn:microsoft.com/office/officeart/2018/2/layout/IconLabelList"/>
    <dgm:cxn modelId="{070911F6-EEB8-45C2-BDFE-3F12BF4221BE}" type="presParOf" srcId="{FBA86BD6-C245-4054-9C6E-6A318A1C578B}" destId="{C49A9F35-D2C3-4E7D-8738-F79F29846404}" srcOrd="2" destOrd="0" presId="urn:microsoft.com/office/officeart/2018/2/layout/IconLabelList"/>
    <dgm:cxn modelId="{B7B378E8-B4E1-425F-8C4B-1A6583D474A0}" type="presParOf" srcId="{4013BB00-D16E-4BE0-9ABF-8F33D749A557}" destId="{71C37DE6-D3D6-426D-8768-0B5A2B67C9A3}" srcOrd="5" destOrd="0" presId="urn:microsoft.com/office/officeart/2018/2/layout/IconLabelList"/>
    <dgm:cxn modelId="{2E737C48-6D16-4365-A984-EE561DAE91F3}" type="presParOf" srcId="{4013BB00-D16E-4BE0-9ABF-8F33D749A557}" destId="{A131921A-D37A-4B24-A14D-966210FEBC2E}" srcOrd="6" destOrd="0" presId="urn:microsoft.com/office/officeart/2018/2/layout/IconLabelList"/>
    <dgm:cxn modelId="{50DA9A9F-36D6-4324-80FB-FB57567865FD}" type="presParOf" srcId="{A131921A-D37A-4B24-A14D-966210FEBC2E}" destId="{304D14F6-2D6F-4BA2-91B6-E4B2E7054910}" srcOrd="0" destOrd="0" presId="urn:microsoft.com/office/officeart/2018/2/layout/IconLabelList"/>
    <dgm:cxn modelId="{3613B58F-B567-4C53-AA2E-0D64AD140E72}" type="presParOf" srcId="{A131921A-D37A-4B24-A14D-966210FEBC2E}" destId="{457A7F39-326A-444B-9123-C4E691176D9D}" srcOrd="1" destOrd="0" presId="urn:microsoft.com/office/officeart/2018/2/layout/IconLabelList"/>
    <dgm:cxn modelId="{4807EE37-DC01-43E2-AA3E-474FA1E35F46}" type="presParOf" srcId="{A131921A-D37A-4B24-A14D-966210FEBC2E}" destId="{B0D09AF0-3C3A-488C-B0AC-4E641A0832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6CA76DB-BA53-4D3A-B465-8A578A1E722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CC9EDE0-4A2B-431A-8C7F-7D41F7DD41FE}">
      <dgm:prSet/>
      <dgm:spPr/>
      <dgm:t>
        <a:bodyPr/>
        <a:lstStyle/>
        <a:p>
          <a:r>
            <a:rPr lang="en-US" b="1" i="0" baseline="0"/>
            <a:t>Microservices Architecture</a:t>
          </a:r>
          <a:r>
            <a:rPr lang="en-US" b="0" i="0" baseline="0"/>
            <a:t>: Spring Boot, Docker, Kubernetes.</a:t>
          </a:r>
          <a:endParaRPr lang="en-US"/>
        </a:p>
      </dgm:t>
    </dgm:pt>
    <dgm:pt modelId="{3AEF66E2-0A52-4600-AEB1-BBC8A583813D}" type="parTrans" cxnId="{777F14FF-56EA-4CBE-A79A-55A24ED0EAFD}">
      <dgm:prSet/>
      <dgm:spPr/>
      <dgm:t>
        <a:bodyPr/>
        <a:lstStyle/>
        <a:p>
          <a:endParaRPr lang="en-US"/>
        </a:p>
      </dgm:t>
    </dgm:pt>
    <dgm:pt modelId="{7A9DE09A-AF5A-4989-843D-5EC3FE8C4446}" type="sibTrans" cxnId="{777F14FF-56EA-4CBE-A79A-55A24ED0EAFD}">
      <dgm:prSet/>
      <dgm:spPr/>
      <dgm:t>
        <a:bodyPr/>
        <a:lstStyle/>
        <a:p>
          <a:endParaRPr lang="en-US"/>
        </a:p>
      </dgm:t>
    </dgm:pt>
    <dgm:pt modelId="{41B50AE1-C215-4870-B8B5-696E724066C3}">
      <dgm:prSet/>
      <dgm:spPr/>
      <dgm:t>
        <a:bodyPr/>
        <a:lstStyle/>
        <a:p>
          <a:r>
            <a:rPr lang="en-US" b="1" i="0" baseline="0"/>
            <a:t>Cloud Integration</a:t>
          </a:r>
          <a:r>
            <a:rPr lang="en-US" b="0" i="0" baseline="0"/>
            <a:t>: Deploying Java applications in AWS, Azure, and GCP.</a:t>
          </a:r>
          <a:endParaRPr lang="en-US"/>
        </a:p>
      </dgm:t>
    </dgm:pt>
    <dgm:pt modelId="{B384CCE9-BE7C-4641-82DF-63E9CF403E2E}" type="parTrans" cxnId="{E2E2BB02-EBF5-40D8-8CF6-98809CD45F03}">
      <dgm:prSet/>
      <dgm:spPr/>
      <dgm:t>
        <a:bodyPr/>
        <a:lstStyle/>
        <a:p>
          <a:endParaRPr lang="en-US"/>
        </a:p>
      </dgm:t>
    </dgm:pt>
    <dgm:pt modelId="{19AED23B-3BE8-429D-8A07-DEB9F8DD6985}" type="sibTrans" cxnId="{E2E2BB02-EBF5-40D8-8CF6-98809CD45F03}">
      <dgm:prSet/>
      <dgm:spPr/>
      <dgm:t>
        <a:bodyPr/>
        <a:lstStyle/>
        <a:p>
          <a:endParaRPr lang="en-US"/>
        </a:p>
      </dgm:t>
    </dgm:pt>
    <dgm:pt modelId="{FBC9064A-0A28-4AF2-89A9-B50240FC4314}">
      <dgm:prSet/>
      <dgm:spPr/>
      <dgm:t>
        <a:bodyPr/>
        <a:lstStyle/>
        <a:p>
          <a:r>
            <a:rPr lang="en-US" b="1" i="0" baseline="0"/>
            <a:t>Reactive Programming</a:t>
          </a:r>
          <a:r>
            <a:rPr lang="en-US" b="0" i="0" baseline="0"/>
            <a:t>: Handling asynchronous streams (Reactor, RxJava).</a:t>
          </a:r>
          <a:endParaRPr lang="en-US"/>
        </a:p>
      </dgm:t>
    </dgm:pt>
    <dgm:pt modelId="{64067E7A-2028-4448-9C06-346392654EB7}" type="parTrans" cxnId="{7A17CA2F-3512-498A-A013-904A0A1E6375}">
      <dgm:prSet/>
      <dgm:spPr/>
      <dgm:t>
        <a:bodyPr/>
        <a:lstStyle/>
        <a:p>
          <a:endParaRPr lang="en-US"/>
        </a:p>
      </dgm:t>
    </dgm:pt>
    <dgm:pt modelId="{044A54E6-BF9B-43EF-8CA8-F33517D358AA}" type="sibTrans" cxnId="{7A17CA2F-3512-498A-A013-904A0A1E6375}">
      <dgm:prSet/>
      <dgm:spPr/>
      <dgm:t>
        <a:bodyPr/>
        <a:lstStyle/>
        <a:p>
          <a:endParaRPr lang="en-US"/>
        </a:p>
      </dgm:t>
    </dgm:pt>
    <dgm:pt modelId="{E86F469F-3EEA-49F1-8BDB-36FD1805B1FB}">
      <dgm:prSet/>
      <dgm:spPr/>
      <dgm:t>
        <a:bodyPr/>
        <a:lstStyle/>
        <a:p>
          <a:r>
            <a:rPr lang="en-US" b="1" i="0" baseline="0"/>
            <a:t>AI/ML with Java</a:t>
          </a:r>
          <a:r>
            <a:rPr lang="en-US" b="0" i="0" baseline="0"/>
            <a:t>: Libraries like Deeplearning4j for building AI applications. </a:t>
          </a:r>
          <a:endParaRPr lang="en-US"/>
        </a:p>
      </dgm:t>
    </dgm:pt>
    <dgm:pt modelId="{7DE7C3E0-AE7B-4957-B2B0-134055D31305}" type="parTrans" cxnId="{C4A5BABC-BE7D-4840-8CAD-26F3F43C7CC4}">
      <dgm:prSet/>
      <dgm:spPr/>
      <dgm:t>
        <a:bodyPr/>
        <a:lstStyle/>
        <a:p>
          <a:endParaRPr lang="en-US"/>
        </a:p>
      </dgm:t>
    </dgm:pt>
    <dgm:pt modelId="{01EC9C79-6804-4E71-AE65-6C53523C6E40}" type="sibTrans" cxnId="{C4A5BABC-BE7D-4840-8CAD-26F3F43C7CC4}">
      <dgm:prSet/>
      <dgm:spPr/>
      <dgm:t>
        <a:bodyPr/>
        <a:lstStyle/>
        <a:p>
          <a:endParaRPr lang="en-US"/>
        </a:p>
      </dgm:t>
    </dgm:pt>
    <dgm:pt modelId="{CA61B992-D4D3-4D86-9D63-E58E5412645A}" type="pres">
      <dgm:prSet presAssocID="{76CA76DB-BA53-4D3A-B465-8A578A1E722C}" presName="root" presStyleCnt="0">
        <dgm:presLayoutVars>
          <dgm:dir/>
          <dgm:resizeHandles val="exact"/>
        </dgm:presLayoutVars>
      </dgm:prSet>
      <dgm:spPr/>
    </dgm:pt>
    <dgm:pt modelId="{0C16E1BF-E12D-41CC-806B-CDAF13A89F55}" type="pres">
      <dgm:prSet presAssocID="{76CA76DB-BA53-4D3A-B465-8A578A1E722C}" presName="container" presStyleCnt="0">
        <dgm:presLayoutVars>
          <dgm:dir/>
          <dgm:resizeHandles val="exact"/>
        </dgm:presLayoutVars>
      </dgm:prSet>
      <dgm:spPr/>
    </dgm:pt>
    <dgm:pt modelId="{0B9902AC-7DEF-41CF-B108-43757A9F21A1}" type="pres">
      <dgm:prSet presAssocID="{2CC9EDE0-4A2B-431A-8C7F-7D41F7DD41FE}" presName="compNode" presStyleCnt="0"/>
      <dgm:spPr/>
    </dgm:pt>
    <dgm:pt modelId="{A459FC29-3ED0-4CA7-8AD4-BFC53CFA1331}" type="pres">
      <dgm:prSet presAssocID="{2CC9EDE0-4A2B-431A-8C7F-7D41F7DD41FE}" presName="iconBgRect" presStyleLbl="bgShp" presStyleIdx="0" presStyleCnt="4"/>
      <dgm:spPr/>
    </dgm:pt>
    <dgm:pt modelId="{762DA487-5133-4AC9-B3F1-7BC482330C32}" type="pres">
      <dgm:prSet presAssocID="{2CC9EDE0-4A2B-431A-8C7F-7D41F7DD41F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E27B242-95AB-42C5-A9B2-EDDE6863707B}" type="pres">
      <dgm:prSet presAssocID="{2CC9EDE0-4A2B-431A-8C7F-7D41F7DD41FE}" presName="spaceRect" presStyleCnt="0"/>
      <dgm:spPr/>
    </dgm:pt>
    <dgm:pt modelId="{04C9B652-F751-4580-AB16-E319A4CE554D}" type="pres">
      <dgm:prSet presAssocID="{2CC9EDE0-4A2B-431A-8C7F-7D41F7DD41FE}" presName="textRect" presStyleLbl="revTx" presStyleIdx="0" presStyleCnt="4">
        <dgm:presLayoutVars>
          <dgm:chMax val="1"/>
          <dgm:chPref val="1"/>
        </dgm:presLayoutVars>
      </dgm:prSet>
      <dgm:spPr/>
    </dgm:pt>
    <dgm:pt modelId="{EFCE4593-01D2-44C1-94D2-63AB8A5975AE}" type="pres">
      <dgm:prSet presAssocID="{7A9DE09A-AF5A-4989-843D-5EC3FE8C4446}" presName="sibTrans" presStyleLbl="sibTrans2D1" presStyleIdx="0" presStyleCnt="0"/>
      <dgm:spPr/>
    </dgm:pt>
    <dgm:pt modelId="{9523B4C8-A79C-4902-A080-F6D9F2F8FD25}" type="pres">
      <dgm:prSet presAssocID="{41B50AE1-C215-4870-B8B5-696E724066C3}" presName="compNode" presStyleCnt="0"/>
      <dgm:spPr/>
    </dgm:pt>
    <dgm:pt modelId="{15D8D954-2798-4F18-A6D1-89698689CCAF}" type="pres">
      <dgm:prSet presAssocID="{41B50AE1-C215-4870-B8B5-696E724066C3}" presName="iconBgRect" presStyleLbl="bgShp" presStyleIdx="1" presStyleCnt="4"/>
      <dgm:spPr/>
    </dgm:pt>
    <dgm:pt modelId="{C8D619ED-8248-4A8B-92AE-CA66DA6E60DA}" type="pres">
      <dgm:prSet presAssocID="{41B50AE1-C215-4870-B8B5-696E724066C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E6F491FD-7B70-4F03-945A-4C8FA0D4B47A}" type="pres">
      <dgm:prSet presAssocID="{41B50AE1-C215-4870-B8B5-696E724066C3}" presName="spaceRect" presStyleCnt="0"/>
      <dgm:spPr/>
    </dgm:pt>
    <dgm:pt modelId="{2A14982F-1FEA-40E1-BACB-2884D8ECF449}" type="pres">
      <dgm:prSet presAssocID="{41B50AE1-C215-4870-B8B5-696E724066C3}" presName="textRect" presStyleLbl="revTx" presStyleIdx="1" presStyleCnt="4">
        <dgm:presLayoutVars>
          <dgm:chMax val="1"/>
          <dgm:chPref val="1"/>
        </dgm:presLayoutVars>
      </dgm:prSet>
      <dgm:spPr/>
    </dgm:pt>
    <dgm:pt modelId="{EC1C55BA-7F0C-498F-B3C2-2BCCA504B45A}" type="pres">
      <dgm:prSet presAssocID="{19AED23B-3BE8-429D-8A07-DEB9F8DD6985}" presName="sibTrans" presStyleLbl="sibTrans2D1" presStyleIdx="0" presStyleCnt="0"/>
      <dgm:spPr/>
    </dgm:pt>
    <dgm:pt modelId="{5EDCCDE6-5A92-481F-BC76-349340FACA74}" type="pres">
      <dgm:prSet presAssocID="{FBC9064A-0A28-4AF2-89A9-B50240FC4314}" presName="compNode" presStyleCnt="0"/>
      <dgm:spPr/>
    </dgm:pt>
    <dgm:pt modelId="{B169FEC6-6B08-4976-B6CA-8CFC87B12852}" type="pres">
      <dgm:prSet presAssocID="{FBC9064A-0A28-4AF2-89A9-B50240FC4314}" presName="iconBgRect" presStyleLbl="bgShp" presStyleIdx="2" presStyleCnt="4"/>
      <dgm:spPr/>
    </dgm:pt>
    <dgm:pt modelId="{CA3F8487-23B9-4971-9568-68B527D0CB04}" type="pres">
      <dgm:prSet presAssocID="{FBC9064A-0A28-4AF2-89A9-B50240FC431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D8A568E0-7EDE-4B4C-B865-380852FDB27A}" type="pres">
      <dgm:prSet presAssocID="{FBC9064A-0A28-4AF2-89A9-B50240FC4314}" presName="spaceRect" presStyleCnt="0"/>
      <dgm:spPr/>
    </dgm:pt>
    <dgm:pt modelId="{F80BB1FC-C9A7-4DA1-96A1-262ED3AEB54E}" type="pres">
      <dgm:prSet presAssocID="{FBC9064A-0A28-4AF2-89A9-B50240FC4314}" presName="textRect" presStyleLbl="revTx" presStyleIdx="2" presStyleCnt="4">
        <dgm:presLayoutVars>
          <dgm:chMax val="1"/>
          <dgm:chPref val="1"/>
        </dgm:presLayoutVars>
      </dgm:prSet>
      <dgm:spPr/>
    </dgm:pt>
    <dgm:pt modelId="{4616F1A4-1D41-4153-A1D2-1FB7A201EE04}" type="pres">
      <dgm:prSet presAssocID="{044A54E6-BF9B-43EF-8CA8-F33517D358AA}" presName="sibTrans" presStyleLbl="sibTrans2D1" presStyleIdx="0" presStyleCnt="0"/>
      <dgm:spPr/>
    </dgm:pt>
    <dgm:pt modelId="{948293AC-A8A8-412C-A5CE-F9D8853FF45D}" type="pres">
      <dgm:prSet presAssocID="{E86F469F-3EEA-49F1-8BDB-36FD1805B1FB}" presName="compNode" presStyleCnt="0"/>
      <dgm:spPr/>
    </dgm:pt>
    <dgm:pt modelId="{FA6D4F16-D0A8-4B86-BEFD-278C0D19CE7B}" type="pres">
      <dgm:prSet presAssocID="{E86F469F-3EEA-49F1-8BDB-36FD1805B1FB}" presName="iconBgRect" presStyleLbl="bgShp" presStyleIdx="3" presStyleCnt="4"/>
      <dgm:spPr/>
    </dgm:pt>
    <dgm:pt modelId="{6E24C969-969A-427A-AAA6-610F88C69DCF}" type="pres">
      <dgm:prSet presAssocID="{E86F469F-3EEA-49F1-8BDB-36FD1805B1F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B87F17A-8415-48D8-AF38-B9A8EBC638A9}" type="pres">
      <dgm:prSet presAssocID="{E86F469F-3EEA-49F1-8BDB-36FD1805B1FB}" presName="spaceRect" presStyleCnt="0"/>
      <dgm:spPr/>
    </dgm:pt>
    <dgm:pt modelId="{F8BB58BE-CAA9-4F75-9A2C-B2CEC7E442F5}" type="pres">
      <dgm:prSet presAssocID="{E86F469F-3EEA-49F1-8BDB-36FD1805B1F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1375000-7A29-4BF2-AE37-4D0E46545C8C}" type="presOf" srcId="{FBC9064A-0A28-4AF2-89A9-B50240FC4314}" destId="{F80BB1FC-C9A7-4DA1-96A1-262ED3AEB54E}" srcOrd="0" destOrd="0" presId="urn:microsoft.com/office/officeart/2018/2/layout/IconCircleList"/>
    <dgm:cxn modelId="{E2E2BB02-EBF5-40D8-8CF6-98809CD45F03}" srcId="{76CA76DB-BA53-4D3A-B465-8A578A1E722C}" destId="{41B50AE1-C215-4870-B8B5-696E724066C3}" srcOrd="1" destOrd="0" parTransId="{B384CCE9-BE7C-4641-82DF-63E9CF403E2E}" sibTransId="{19AED23B-3BE8-429D-8A07-DEB9F8DD6985}"/>
    <dgm:cxn modelId="{25D3E120-2DB8-4AC0-BBB6-714BCB927062}" type="presOf" srcId="{19AED23B-3BE8-429D-8A07-DEB9F8DD6985}" destId="{EC1C55BA-7F0C-498F-B3C2-2BCCA504B45A}" srcOrd="0" destOrd="0" presId="urn:microsoft.com/office/officeart/2018/2/layout/IconCircleList"/>
    <dgm:cxn modelId="{7A17CA2F-3512-498A-A013-904A0A1E6375}" srcId="{76CA76DB-BA53-4D3A-B465-8A578A1E722C}" destId="{FBC9064A-0A28-4AF2-89A9-B50240FC4314}" srcOrd="2" destOrd="0" parTransId="{64067E7A-2028-4448-9C06-346392654EB7}" sibTransId="{044A54E6-BF9B-43EF-8CA8-F33517D358AA}"/>
    <dgm:cxn modelId="{023C9838-D872-4D4C-B7EF-A59746991076}" type="presOf" srcId="{7A9DE09A-AF5A-4989-843D-5EC3FE8C4446}" destId="{EFCE4593-01D2-44C1-94D2-63AB8A5975AE}" srcOrd="0" destOrd="0" presId="urn:microsoft.com/office/officeart/2018/2/layout/IconCircleList"/>
    <dgm:cxn modelId="{5B5D0867-43CF-411A-B961-15EB5C06D318}" type="presOf" srcId="{76CA76DB-BA53-4D3A-B465-8A578A1E722C}" destId="{CA61B992-D4D3-4D86-9D63-E58E5412645A}" srcOrd="0" destOrd="0" presId="urn:microsoft.com/office/officeart/2018/2/layout/IconCircleList"/>
    <dgm:cxn modelId="{1E7B3A84-A940-4FDD-913A-B6D69C3BFF7B}" type="presOf" srcId="{2CC9EDE0-4A2B-431A-8C7F-7D41F7DD41FE}" destId="{04C9B652-F751-4580-AB16-E319A4CE554D}" srcOrd="0" destOrd="0" presId="urn:microsoft.com/office/officeart/2018/2/layout/IconCircleList"/>
    <dgm:cxn modelId="{7D80268F-7D8C-4DD0-BD4B-C72E7C21B549}" type="presOf" srcId="{41B50AE1-C215-4870-B8B5-696E724066C3}" destId="{2A14982F-1FEA-40E1-BACB-2884D8ECF449}" srcOrd="0" destOrd="0" presId="urn:microsoft.com/office/officeart/2018/2/layout/IconCircleList"/>
    <dgm:cxn modelId="{D92023AC-951E-40A1-8784-C647BBFFC345}" type="presOf" srcId="{044A54E6-BF9B-43EF-8CA8-F33517D358AA}" destId="{4616F1A4-1D41-4153-A1D2-1FB7A201EE04}" srcOrd="0" destOrd="0" presId="urn:microsoft.com/office/officeart/2018/2/layout/IconCircleList"/>
    <dgm:cxn modelId="{C4A5BABC-BE7D-4840-8CAD-26F3F43C7CC4}" srcId="{76CA76DB-BA53-4D3A-B465-8A578A1E722C}" destId="{E86F469F-3EEA-49F1-8BDB-36FD1805B1FB}" srcOrd="3" destOrd="0" parTransId="{7DE7C3E0-AE7B-4957-B2B0-134055D31305}" sibTransId="{01EC9C79-6804-4E71-AE65-6C53523C6E40}"/>
    <dgm:cxn modelId="{46F0F0C8-E2A2-449A-9FAD-17A156EF8524}" type="presOf" srcId="{E86F469F-3EEA-49F1-8BDB-36FD1805B1FB}" destId="{F8BB58BE-CAA9-4F75-9A2C-B2CEC7E442F5}" srcOrd="0" destOrd="0" presId="urn:microsoft.com/office/officeart/2018/2/layout/IconCircleList"/>
    <dgm:cxn modelId="{777F14FF-56EA-4CBE-A79A-55A24ED0EAFD}" srcId="{76CA76DB-BA53-4D3A-B465-8A578A1E722C}" destId="{2CC9EDE0-4A2B-431A-8C7F-7D41F7DD41FE}" srcOrd="0" destOrd="0" parTransId="{3AEF66E2-0A52-4600-AEB1-BBC8A583813D}" sibTransId="{7A9DE09A-AF5A-4989-843D-5EC3FE8C4446}"/>
    <dgm:cxn modelId="{5F94D46E-961E-47A8-890F-7272242BE5AB}" type="presParOf" srcId="{CA61B992-D4D3-4D86-9D63-E58E5412645A}" destId="{0C16E1BF-E12D-41CC-806B-CDAF13A89F55}" srcOrd="0" destOrd="0" presId="urn:microsoft.com/office/officeart/2018/2/layout/IconCircleList"/>
    <dgm:cxn modelId="{D6BE195B-C642-49C1-B9DA-7D6BC1C865B7}" type="presParOf" srcId="{0C16E1BF-E12D-41CC-806B-CDAF13A89F55}" destId="{0B9902AC-7DEF-41CF-B108-43757A9F21A1}" srcOrd="0" destOrd="0" presId="urn:microsoft.com/office/officeart/2018/2/layout/IconCircleList"/>
    <dgm:cxn modelId="{9D7F8893-0B4F-4118-A5AF-A696036EC9C7}" type="presParOf" srcId="{0B9902AC-7DEF-41CF-B108-43757A9F21A1}" destId="{A459FC29-3ED0-4CA7-8AD4-BFC53CFA1331}" srcOrd="0" destOrd="0" presId="urn:microsoft.com/office/officeart/2018/2/layout/IconCircleList"/>
    <dgm:cxn modelId="{8F18951A-3B90-41BA-9E3C-88316FEF2723}" type="presParOf" srcId="{0B9902AC-7DEF-41CF-B108-43757A9F21A1}" destId="{762DA487-5133-4AC9-B3F1-7BC482330C32}" srcOrd="1" destOrd="0" presId="urn:microsoft.com/office/officeart/2018/2/layout/IconCircleList"/>
    <dgm:cxn modelId="{74C84DC7-C697-4DD0-B814-22806665DED7}" type="presParOf" srcId="{0B9902AC-7DEF-41CF-B108-43757A9F21A1}" destId="{4E27B242-95AB-42C5-A9B2-EDDE6863707B}" srcOrd="2" destOrd="0" presId="urn:microsoft.com/office/officeart/2018/2/layout/IconCircleList"/>
    <dgm:cxn modelId="{116C4AB0-3E9D-4877-BAAF-6B2FF50AA3D7}" type="presParOf" srcId="{0B9902AC-7DEF-41CF-B108-43757A9F21A1}" destId="{04C9B652-F751-4580-AB16-E319A4CE554D}" srcOrd="3" destOrd="0" presId="urn:microsoft.com/office/officeart/2018/2/layout/IconCircleList"/>
    <dgm:cxn modelId="{299F0F00-D757-4224-9E71-8D577461FA10}" type="presParOf" srcId="{0C16E1BF-E12D-41CC-806B-CDAF13A89F55}" destId="{EFCE4593-01D2-44C1-94D2-63AB8A5975AE}" srcOrd="1" destOrd="0" presId="urn:microsoft.com/office/officeart/2018/2/layout/IconCircleList"/>
    <dgm:cxn modelId="{E31B052D-294A-412B-8E9C-AD5A14EB1B81}" type="presParOf" srcId="{0C16E1BF-E12D-41CC-806B-CDAF13A89F55}" destId="{9523B4C8-A79C-4902-A080-F6D9F2F8FD25}" srcOrd="2" destOrd="0" presId="urn:microsoft.com/office/officeart/2018/2/layout/IconCircleList"/>
    <dgm:cxn modelId="{36E00535-1261-43C7-9C33-26CD1B42D948}" type="presParOf" srcId="{9523B4C8-A79C-4902-A080-F6D9F2F8FD25}" destId="{15D8D954-2798-4F18-A6D1-89698689CCAF}" srcOrd="0" destOrd="0" presId="urn:microsoft.com/office/officeart/2018/2/layout/IconCircleList"/>
    <dgm:cxn modelId="{3C324329-72F3-471A-9ED4-91BFD7FA7F6B}" type="presParOf" srcId="{9523B4C8-A79C-4902-A080-F6D9F2F8FD25}" destId="{C8D619ED-8248-4A8B-92AE-CA66DA6E60DA}" srcOrd="1" destOrd="0" presId="urn:microsoft.com/office/officeart/2018/2/layout/IconCircleList"/>
    <dgm:cxn modelId="{B60C117F-5D78-40CC-907A-21F4C2CCE942}" type="presParOf" srcId="{9523B4C8-A79C-4902-A080-F6D9F2F8FD25}" destId="{E6F491FD-7B70-4F03-945A-4C8FA0D4B47A}" srcOrd="2" destOrd="0" presId="urn:microsoft.com/office/officeart/2018/2/layout/IconCircleList"/>
    <dgm:cxn modelId="{F87E7D46-26BD-4139-BF46-08611D975135}" type="presParOf" srcId="{9523B4C8-A79C-4902-A080-F6D9F2F8FD25}" destId="{2A14982F-1FEA-40E1-BACB-2884D8ECF449}" srcOrd="3" destOrd="0" presId="urn:microsoft.com/office/officeart/2018/2/layout/IconCircleList"/>
    <dgm:cxn modelId="{715883DF-F325-4298-93B2-62FCF383D8BE}" type="presParOf" srcId="{0C16E1BF-E12D-41CC-806B-CDAF13A89F55}" destId="{EC1C55BA-7F0C-498F-B3C2-2BCCA504B45A}" srcOrd="3" destOrd="0" presId="urn:microsoft.com/office/officeart/2018/2/layout/IconCircleList"/>
    <dgm:cxn modelId="{0DE3FB50-2040-4393-8343-FA7575C0E331}" type="presParOf" srcId="{0C16E1BF-E12D-41CC-806B-CDAF13A89F55}" destId="{5EDCCDE6-5A92-481F-BC76-349340FACA74}" srcOrd="4" destOrd="0" presId="urn:microsoft.com/office/officeart/2018/2/layout/IconCircleList"/>
    <dgm:cxn modelId="{998F3702-DC6B-4885-AAAD-FB808B501104}" type="presParOf" srcId="{5EDCCDE6-5A92-481F-BC76-349340FACA74}" destId="{B169FEC6-6B08-4976-B6CA-8CFC87B12852}" srcOrd="0" destOrd="0" presId="urn:microsoft.com/office/officeart/2018/2/layout/IconCircleList"/>
    <dgm:cxn modelId="{25E8FBC7-0CD1-4362-B2C5-8F1ECF37255D}" type="presParOf" srcId="{5EDCCDE6-5A92-481F-BC76-349340FACA74}" destId="{CA3F8487-23B9-4971-9568-68B527D0CB04}" srcOrd="1" destOrd="0" presId="urn:microsoft.com/office/officeart/2018/2/layout/IconCircleList"/>
    <dgm:cxn modelId="{9E64D432-2199-4BF2-BCFD-C91DD04017E7}" type="presParOf" srcId="{5EDCCDE6-5A92-481F-BC76-349340FACA74}" destId="{D8A568E0-7EDE-4B4C-B865-380852FDB27A}" srcOrd="2" destOrd="0" presId="urn:microsoft.com/office/officeart/2018/2/layout/IconCircleList"/>
    <dgm:cxn modelId="{7F43CD24-060B-4089-A191-B9A888841806}" type="presParOf" srcId="{5EDCCDE6-5A92-481F-BC76-349340FACA74}" destId="{F80BB1FC-C9A7-4DA1-96A1-262ED3AEB54E}" srcOrd="3" destOrd="0" presId="urn:microsoft.com/office/officeart/2018/2/layout/IconCircleList"/>
    <dgm:cxn modelId="{D7D7DBCE-CA82-4B93-BC69-110BE0771E93}" type="presParOf" srcId="{0C16E1BF-E12D-41CC-806B-CDAF13A89F55}" destId="{4616F1A4-1D41-4153-A1D2-1FB7A201EE04}" srcOrd="5" destOrd="0" presId="urn:microsoft.com/office/officeart/2018/2/layout/IconCircleList"/>
    <dgm:cxn modelId="{2430D83D-DCA8-4E86-92DA-04FADCA618BF}" type="presParOf" srcId="{0C16E1BF-E12D-41CC-806B-CDAF13A89F55}" destId="{948293AC-A8A8-412C-A5CE-F9D8853FF45D}" srcOrd="6" destOrd="0" presId="urn:microsoft.com/office/officeart/2018/2/layout/IconCircleList"/>
    <dgm:cxn modelId="{4B66AB92-1B51-4A0F-9A7C-4848CBF58369}" type="presParOf" srcId="{948293AC-A8A8-412C-A5CE-F9D8853FF45D}" destId="{FA6D4F16-D0A8-4B86-BEFD-278C0D19CE7B}" srcOrd="0" destOrd="0" presId="urn:microsoft.com/office/officeart/2018/2/layout/IconCircleList"/>
    <dgm:cxn modelId="{40E3D4A3-D20B-40B6-A445-710C68C1E831}" type="presParOf" srcId="{948293AC-A8A8-412C-A5CE-F9D8853FF45D}" destId="{6E24C969-969A-427A-AAA6-610F88C69DCF}" srcOrd="1" destOrd="0" presId="urn:microsoft.com/office/officeart/2018/2/layout/IconCircleList"/>
    <dgm:cxn modelId="{CE39CA34-ADDC-49F6-B9F0-14847391BD03}" type="presParOf" srcId="{948293AC-A8A8-412C-A5CE-F9D8853FF45D}" destId="{DB87F17A-8415-48D8-AF38-B9A8EBC638A9}" srcOrd="2" destOrd="0" presId="urn:microsoft.com/office/officeart/2018/2/layout/IconCircleList"/>
    <dgm:cxn modelId="{91CD886B-952F-4E34-8D97-E3FD153337F6}" type="presParOf" srcId="{948293AC-A8A8-412C-A5CE-F9D8853FF45D}" destId="{F8BB58BE-CAA9-4F75-9A2C-B2CEC7E442F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3FBB0D1-191A-44B0-9EE1-F6108915B31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0C84C8-EF0A-4077-BAD6-DEF03A44EBAC}">
      <dgm:prSet/>
      <dgm:spPr/>
      <dgm:t>
        <a:bodyPr/>
        <a:lstStyle/>
        <a:p>
          <a:r>
            <a:rPr lang="en-US" b="1" i="0" baseline="0"/>
            <a:t>Java</a:t>
          </a:r>
          <a:r>
            <a:rPr lang="en-US" b="0" i="0" baseline="0"/>
            <a:t>: The main programming language used.</a:t>
          </a:r>
          <a:endParaRPr lang="en-US"/>
        </a:p>
      </dgm:t>
    </dgm:pt>
    <dgm:pt modelId="{396CA6B8-B1D7-4D38-899F-3350AA54A817}" type="parTrans" cxnId="{4091A8D4-9DD5-47F7-BAD6-4670FCE64F1C}">
      <dgm:prSet/>
      <dgm:spPr/>
      <dgm:t>
        <a:bodyPr/>
        <a:lstStyle/>
        <a:p>
          <a:endParaRPr lang="en-US"/>
        </a:p>
      </dgm:t>
    </dgm:pt>
    <dgm:pt modelId="{9B6BEC98-01F7-44A8-A0C4-364E586F5F11}" type="sibTrans" cxnId="{4091A8D4-9DD5-47F7-BAD6-4670FCE64F1C}">
      <dgm:prSet/>
      <dgm:spPr/>
      <dgm:t>
        <a:bodyPr/>
        <a:lstStyle/>
        <a:p>
          <a:endParaRPr lang="en-US"/>
        </a:p>
      </dgm:t>
    </dgm:pt>
    <dgm:pt modelId="{A92EB3A7-F499-4B81-848E-38E09EED5B32}">
      <dgm:prSet/>
      <dgm:spPr/>
      <dgm:t>
        <a:bodyPr/>
        <a:lstStyle/>
        <a:p>
          <a:r>
            <a:rPr lang="en-US" b="1" i="0" baseline="0"/>
            <a:t>Swing</a:t>
          </a:r>
          <a:r>
            <a:rPr lang="en-US" b="0" i="0" baseline="0"/>
            <a:t>: Java’s GUI toolkit to create windows, buttons, and input fields.</a:t>
          </a:r>
          <a:endParaRPr lang="en-US"/>
        </a:p>
      </dgm:t>
    </dgm:pt>
    <dgm:pt modelId="{BF809D88-415D-439E-84AF-5F8BB32066FA}" type="parTrans" cxnId="{D1931006-3856-4365-8D49-8D9141EFE8C2}">
      <dgm:prSet/>
      <dgm:spPr/>
      <dgm:t>
        <a:bodyPr/>
        <a:lstStyle/>
        <a:p>
          <a:endParaRPr lang="en-US"/>
        </a:p>
      </dgm:t>
    </dgm:pt>
    <dgm:pt modelId="{5686AF99-F449-4237-A9DC-9EC483337275}" type="sibTrans" cxnId="{D1931006-3856-4365-8D49-8D9141EFE8C2}">
      <dgm:prSet/>
      <dgm:spPr/>
      <dgm:t>
        <a:bodyPr/>
        <a:lstStyle/>
        <a:p>
          <a:endParaRPr lang="en-US"/>
        </a:p>
      </dgm:t>
    </dgm:pt>
    <dgm:pt modelId="{1D6D64FF-8171-4B2C-B51C-17B1CCAD1C9B}">
      <dgm:prSet/>
      <dgm:spPr/>
      <dgm:t>
        <a:bodyPr/>
        <a:lstStyle/>
        <a:p>
          <a:r>
            <a:rPr lang="en-US" b="1" i="0" baseline="0"/>
            <a:t>JDK</a:t>
          </a:r>
          <a:r>
            <a:rPr lang="en-US" b="0" i="0" baseline="0"/>
            <a:t>: Java Development Kit for compiling and running the application. </a:t>
          </a:r>
          <a:endParaRPr lang="en-US"/>
        </a:p>
      </dgm:t>
    </dgm:pt>
    <dgm:pt modelId="{7256F8D3-7777-40B3-908C-CF3190422E4F}" type="parTrans" cxnId="{760E8EB6-1EA5-4737-810E-70EE83049242}">
      <dgm:prSet/>
      <dgm:spPr/>
      <dgm:t>
        <a:bodyPr/>
        <a:lstStyle/>
        <a:p>
          <a:endParaRPr lang="en-US"/>
        </a:p>
      </dgm:t>
    </dgm:pt>
    <dgm:pt modelId="{7B29E915-FB33-4406-B92F-7AD05E2CB067}" type="sibTrans" cxnId="{760E8EB6-1EA5-4737-810E-70EE83049242}">
      <dgm:prSet/>
      <dgm:spPr/>
      <dgm:t>
        <a:bodyPr/>
        <a:lstStyle/>
        <a:p>
          <a:endParaRPr lang="en-US"/>
        </a:p>
      </dgm:t>
    </dgm:pt>
    <dgm:pt modelId="{82DF4FA8-DFE9-45FE-BBF0-D905A5019AD4}" type="pres">
      <dgm:prSet presAssocID="{E3FBB0D1-191A-44B0-9EE1-F6108915B31B}" presName="root" presStyleCnt="0">
        <dgm:presLayoutVars>
          <dgm:dir/>
          <dgm:resizeHandles val="exact"/>
        </dgm:presLayoutVars>
      </dgm:prSet>
      <dgm:spPr/>
    </dgm:pt>
    <dgm:pt modelId="{FD35963D-B1C5-4A95-A289-338E68F8148C}" type="pres">
      <dgm:prSet presAssocID="{AC0C84C8-EF0A-4077-BAD6-DEF03A44EBAC}" presName="compNode" presStyleCnt="0"/>
      <dgm:spPr/>
    </dgm:pt>
    <dgm:pt modelId="{2C540ACE-0E44-4949-AD87-2270A0DDA36E}" type="pres">
      <dgm:prSet presAssocID="{AC0C84C8-EF0A-4077-BAD6-DEF03A44EBA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1B6EC6E-2D24-45C4-859A-C4C6673B8908}" type="pres">
      <dgm:prSet presAssocID="{AC0C84C8-EF0A-4077-BAD6-DEF03A44EBAC}" presName="spaceRect" presStyleCnt="0"/>
      <dgm:spPr/>
    </dgm:pt>
    <dgm:pt modelId="{B46DDF59-70BB-4D44-811D-FDDA758A94DE}" type="pres">
      <dgm:prSet presAssocID="{AC0C84C8-EF0A-4077-BAD6-DEF03A44EBAC}" presName="textRect" presStyleLbl="revTx" presStyleIdx="0" presStyleCnt="3">
        <dgm:presLayoutVars>
          <dgm:chMax val="1"/>
          <dgm:chPref val="1"/>
        </dgm:presLayoutVars>
      </dgm:prSet>
      <dgm:spPr/>
    </dgm:pt>
    <dgm:pt modelId="{23C3FF35-019C-4647-A960-6C5BBA4F53C4}" type="pres">
      <dgm:prSet presAssocID="{9B6BEC98-01F7-44A8-A0C4-364E586F5F11}" presName="sibTrans" presStyleCnt="0"/>
      <dgm:spPr/>
    </dgm:pt>
    <dgm:pt modelId="{71517875-1967-4AE8-97B6-A5EF15CA49E2}" type="pres">
      <dgm:prSet presAssocID="{A92EB3A7-F499-4B81-848E-38E09EED5B32}" presName="compNode" presStyleCnt="0"/>
      <dgm:spPr/>
    </dgm:pt>
    <dgm:pt modelId="{9C38F821-4A06-41CC-B601-25FAD7EA6A00}" type="pres">
      <dgm:prSet presAssocID="{A92EB3A7-F499-4B81-848E-38E09EED5B3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99820625-A1D6-48C4-B7D6-92BD00ADF08E}" type="pres">
      <dgm:prSet presAssocID="{A92EB3A7-F499-4B81-848E-38E09EED5B32}" presName="spaceRect" presStyleCnt="0"/>
      <dgm:spPr/>
    </dgm:pt>
    <dgm:pt modelId="{3182E760-2639-4CF5-A8BD-E5E8D8FB0916}" type="pres">
      <dgm:prSet presAssocID="{A92EB3A7-F499-4B81-848E-38E09EED5B32}" presName="textRect" presStyleLbl="revTx" presStyleIdx="1" presStyleCnt="3">
        <dgm:presLayoutVars>
          <dgm:chMax val="1"/>
          <dgm:chPref val="1"/>
        </dgm:presLayoutVars>
      </dgm:prSet>
      <dgm:spPr/>
    </dgm:pt>
    <dgm:pt modelId="{C7CB0F07-3CEB-4117-B3F1-142819F4CEDE}" type="pres">
      <dgm:prSet presAssocID="{5686AF99-F449-4237-A9DC-9EC483337275}" presName="sibTrans" presStyleCnt="0"/>
      <dgm:spPr/>
    </dgm:pt>
    <dgm:pt modelId="{9E56685F-21F9-4C82-A5B1-5534EFD57ECA}" type="pres">
      <dgm:prSet presAssocID="{1D6D64FF-8171-4B2C-B51C-17B1CCAD1C9B}" presName="compNode" presStyleCnt="0"/>
      <dgm:spPr/>
    </dgm:pt>
    <dgm:pt modelId="{10BE0BD5-0BDC-4A46-BF80-7A0B28A3BDE4}" type="pres">
      <dgm:prSet presAssocID="{1D6D64FF-8171-4B2C-B51C-17B1CCAD1C9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3F13FD2-3680-47C1-9913-3688C14C2AD1}" type="pres">
      <dgm:prSet presAssocID="{1D6D64FF-8171-4B2C-B51C-17B1CCAD1C9B}" presName="spaceRect" presStyleCnt="0"/>
      <dgm:spPr/>
    </dgm:pt>
    <dgm:pt modelId="{2EBF16EA-F8A1-4EE8-83B7-3B32CD2173F0}" type="pres">
      <dgm:prSet presAssocID="{1D6D64FF-8171-4B2C-B51C-17B1CCAD1C9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1931006-3856-4365-8D49-8D9141EFE8C2}" srcId="{E3FBB0D1-191A-44B0-9EE1-F6108915B31B}" destId="{A92EB3A7-F499-4B81-848E-38E09EED5B32}" srcOrd="1" destOrd="0" parTransId="{BF809D88-415D-439E-84AF-5F8BB32066FA}" sibTransId="{5686AF99-F449-4237-A9DC-9EC483337275}"/>
    <dgm:cxn modelId="{33E79D1E-BD56-4C4A-98A9-D58083128132}" type="presOf" srcId="{A92EB3A7-F499-4B81-848E-38E09EED5B32}" destId="{3182E760-2639-4CF5-A8BD-E5E8D8FB0916}" srcOrd="0" destOrd="0" presId="urn:microsoft.com/office/officeart/2018/2/layout/IconLabelList"/>
    <dgm:cxn modelId="{7F9AAA2E-5BCC-46F9-9747-2F902E27E0E5}" type="presOf" srcId="{E3FBB0D1-191A-44B0-9EE1-F6108915B31B}" destId="{82DF4FA8-DFE9-45FE-BBF0-D905A5019AD4}" srcOrd="0" destOrd="0" presId="urn:microsoft.com/office/officeart/2018/2/layout/IconLabelList"/>
    <dgm:cxn modelId="{0F6F0565-7547-4B3C-A34C-F4B18E13C99E}" type="presOf" srcId="{AC0C84C8-EF0A-4077-BAD6-DEF03A44EBAC}" destId="{B46DDF59-70BB-4D44-811D-FDDA758A94DE}" srcOrd="0" destOrd="0" presId="urn:microsoft.com/office/officeart/2018/2/layout/IconLabelList"/>
    <dgm:cxn modelId="{E460ABA4-1694-4260-82BA-0E387D9DC65D}" type="presOf" srcId="{1D6D64FF-8171-4B2C-B51C-17B1CCAD1C9B}" destId="{2EBF16EA-F8A1-4EE8-83B7-3B32CD2173F0}" srcOrd="0" destOrd="0" presId="urn:microsoft.com/office/officeart/2018/2/layout/IconLabelList"/>
    <dgm:cxn modelId="{760E8EB6-1EA5-4737-810E-70EE83049242}" srcId="{E3FBB0D1-191A-44B0-9EE1-F6108915B31B}" destId="{1D6D64FF-8171-4B2C-B51C-17B1CCAD1C9B}" srcOrd="2" destOrd="0" parTransId="{7256F8D3-7777-40B3-908C-CF3190422E4F}" sibTransId="{7B29E915-FB33-4406-B92F-7AD05E2CB067}"/>
    <dgm:cxn modelId="{4091A8D4-9DD5-47F7-BAD6-4670FCE64F1C}" srcId="{E3FBB0D1-191A-44B0-9EE1-F6108915B31B}" destId="{AC0C84C8-EF0A-4077-BAD6-DEF03A44EBAC}" srcOrd="0" destOrd="0" parTransId="{396CA6B8-B1D7-4D38-899F-3350AA54A817}" sibTransId="{9B6BEC98-01F7-44A8-A0C4-364E586F5F11}"/>
    <dgm:cxn modelId="{E5633DB6-E297-456C-A29B-36A49EC5A1C3}" type="presParOf" srcId="{82DF4FA8-DFE9-45FE-BBF0-D905A5019AD4}" destId="{FD35963D-B1C5-4A95-A289-338E68F8148C}" srcOrd="0" destOrd="0" presId="urn:microsoft.com/office/officeart/2018/2/layout/IconLabelList"/>
    <dgm:cxn modelId="{DB3E10A2-58A5-421F-BE5B-51EF84F8EA7A}" type="presParOf" srcId="{FD35963D-B1C5-4A95-A289-338E68F8148C}" destId="{2C540ACE-0E44-4949-AD87-2270A0DDA36E}" srcOrd="0" destOrd="0" presId="urn:microsoft.com/office/officeart/2018/2/layout/IconLabelList"/>
    <dgm:cxn modelId="{C2FFFD9A-4F54-4C1C-8BA5-91E05CD1FDEF}" type="presParOf" srcId="{FD35963D-B1C5-4A95-A289-338E68F8148C}" destId="{B1B6EC6E-2D24-45C4-859A-C4C6673B8908}" srcOrd="1" destOrd="0" presId="urn:microsoft.com/office/officeart/2018/2/layout/IconLabelList"/>
    <dgm:cxn modelId="{8D6B8CF0-233C-4E50-977E-D3C49E057753}" type="presParOf" srcId="{FD35963D-B1C5-4A95-A289-338E68F8148C}" destId="{B46DDF59-70BB-4D44-811D-FDDA758A94DE}" srcOrd="2" destOrd="0" presId="urn:microsoft.com/office/officeart/2018/2/layout/IconLabelList"/>
    <dgm:cxn modelId="{B7AFA7C4-2F5F-4A27-BD82-D4EAB3562EF9}" type="presParOf" srcId="{82DF4FA8-DFE9-45FE-BBF0-D905A5019AD4}" destId="{23C3FF35-019C-4647-A960-6C5BBA4F53C4}" srcOrd="1" destOrd="0" presId="urn:microsoft.com/office/officeart/2018/2/layout/IconLabelList"/>
    <dgm:cxn modelId="{C64F958B-0DA3-4C8F-8209-6FCAD85E8E1E}" type="presParOf" srcId="{82DF4FA8-DFE9-45FE-BBF0-D905A5019AD4}" destId="{71517875-1967-4AE8-97B6-A5EF15CA49E2}" srcOrd="2" destOrd="0" presId="urn:microsoft.com/office/officeart/2018/2/layout/IconLabelList"/>
    <dgm:cxn modelId="{DFF2D829-997E-4B5E-AF70-E3CC26C1EAAD}" type="presParOf" srcId="{71517875-1967-4AE8-97B6-A5EF15CA49E2}" destId="{9C38F821-4A06-41CC-B601-25FAD7EA6A00}" srcOrd="0" destOrd="0" presId="urn:microsoft.com/office/officeart/2018/2/layout/IconLabelList"/>
    <dgm:cxn modelId="{100DBC05-E39D-48B3-A2C4-22D975877879}" type="presParOf" srcId="{71517875-1967-4AE8-97B6-A5EF15CA49E2}" destId="{99820625-A1D6-48C4-B7D6-92BD00ADF08E}" srcOrd="1" destOrd="0" presId="urn:microsoft.com/office/officeart/2018/2/layout/IconLabelList"/>
    <dgm:cxn modelId="{4A3A253C-C6B5-4EAB-86A9-F2E788CC4C2B}" type="presParOf" srcId="{71517875-1967-4AE8-97B6-A5EF15CA49E2}" destId="{3182E760-2639-4CF5-A8BD-E5E8D8FB0916}" srcOrd="2" destOrd="0" presId="urn:microsoft.com/office/officeart/2018/2/layout/IconLabelList"/>
    <dgm:cxn modelId="{65133DAD-F9D1-40A1-B66C-91BC9D8BFFA1}" type="presParOf" srcId="{82DF4FA8-DFE9-45FE-BBF0-D905A5019AD4}" destId="{C7CB0F07-3CEB-4117-B3F1-142819F4CEDE}" srcOrd="3" destOrd="0" presId="urn:microsoft.com/office/officeart/2018/2/layout/IconLabelList"/>
    <dgm:cxn modelId="{CCC6B073-8340-4EB9-A787-23E06BCA9993}" type="presParOf" srcId="{82DF4FA8-DFE9-45FE-BBF0-D905A5019AD4}" destId="{9E56685F-21F9-4C82-A5B1-5534EFD57ECA}" srcOrd="4" destOrd="0" presId="urn:microsoft.com/office/officeart/2018/2/layout/IconLabelList"/>
    <dgm:cxn modelId="{54F06C2C-D96D-4AC3-9685-458EE2DE44B7}" type="presParOf" srcId="{9E56685F-21F9-4C82-A5B1-5534EFD57ECA}" destId="{10BE0BD5-0BDC-4A46-BF80-7A0B28A3BDE4}" srcOrd="0" destOrd="0" presId="urn:microsoft.com/office/officeart/2018/2/layout/IconLabelList"/>
    <dgm:cxn modelId="{660403FD-C4EB-4A3D-823A-85121064C23C}" type="presParOf" srcId="{9E56685F-21F9-4C82-A5B1-5534EFD57ECA}" destId="{13F13FD2-3680-47C1-9913-3688C14C2AD1}" srcOrd="1" destOrd="0" presId="urn:microsoft.com/office/officeart/2018/2/layout/IconLabelList"/>
    <dgm:cxn modelId="{8C997707-A441-4ACC-BE6E-57F0E86AB63C}" type="presParOf" srcId="{9E56685F-21F9-4C82-A5B1-5534EFD57ECA}" destId="{2EBF16EA-F8A1-4EE8-83B7-3B32CD2173F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7EDDF3A-75C7-4789-BF80-EC4B324803B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B678F72-728B-48E9-8676-7CEDA6CA2FBD}">
      <dgm:prSet/>
      <dgm:spPr/>
      <dgm:t>
        <a:bodyPr/>
        <a:lstStyle/>
        <a:p>
          <a:r>
            <a:rPr lang="en-US" b="1" i="0" baseline="0"/>
            <a:t>Front-end (GUI)</a:t>
          </a:r>
          <a:r>
            <a:rPr lang="en-US" b="0" i="0" baseline="0"/>
            <a:t>: Built using Java Swing components such as JFrame, JButton, and JTextField.</a:t>
          </a:r>
          <a:endParaRPr lang="en-US"/>
        </a:p>
      </dgm:t>
    </dgm:pt>
    <dgm:pt modelId="{93C8BF9A-98F9-4036-8C6A-8B62B039C8D1}" type="parTrans" cxnId="{E7E966F8-59D6-4EF7-B4FF-DDA9A1E55F01}">
      <dgm:prSet/>
      <dgm:spPr/>
      <dgm:t>
        <a:bodyPr/>
        <a:lstStyle/>
        <a:p>
          <a:endParaRPr lang="en-US"/>
        </a:p>
      </dgm:t>
    </dgm:pt>
    <dgm:pt modelId="{75668475-7DC6-4727-9D09-818C63CCE164}" type="sibTrans" cxnId="{E7E966F8-59D6-4EF7-B4FF-DDA9A1E55F01}">
      <dgm:prSet/>
      <dgm:spPr/>
      <dgm:t>
        <a:bodyPr/>
        <a:lstStyle/>
        <a:p>
          <a:endParaRPr lang="en-US"/>
        </a:p>
      </dgm:t>
    </dgm:pt>
    <dgm:pt modelId="{3EF47804-C834-4F6A-BF94-CDD7D88E8BEB}">
      <dgm:prSet/>
      <dgm:spPr/>
      <dgm:t>
        <a:bodyPr/>
        <a:lstStyle/>
        <a:p>
          <a:r>
            <a:rPr lang="en-US" b="1" i="0" baseline="0"/>
            <a:t>Back-end (Logic)</a:t>
          </a:r>
          <a:r>
            <a:rPr lang="en-US" b="0" i="0" baseline="0"/>
            <a:t>: Handles user input and performs arithmetic calculations.</a:t>
          </a:r>
          <a:endParaRPr lang="en-US"/>
        </a:p>
      </dgm:t>
    </dgm:pt>
    <dgm:pt modelId="{0E948813-7A5F-4181-A7B8-5489641133B3}" type="parTrans" cxnId="{10232BF7-F144-4B5B-9A8F-D64032A58A9E}">
      <dgm:prSet/>
      <dgm:spPr/>
      <dgm:t>
        <a:bodyPr/>
        <a:lstStyle/>
        <a:p>
          <a:endParaRPr lang="en-US"/>
        </a:p>
      </dgm:t>
    </dgm:pt>
    <dgm:pt modelId="{AEA6DDC0-0609-43B4-A33E-61969D2314E3}" type="sibTrans" cxnId="{10232BF7-F144-4B5B-9A8F-D64032A58A9E}">
      <dgm:prSet/>
      <dgm:spPr/>
      <dgm:t>
        <a:bodyPr/>
        <a:lstStyle/>
        <a:p>
          <a:endParaRPr lang="en-US"/>
        </a:p>
      </dgm:t>
    </dgm:pt>
    <dgm:pt modelId="{762E49B0-DBD6-4482-8FC5-3858CE2B588B}">
      <dgm:prSet/>
      <dgm:spPr/>
      <dgm:t>
        <a:bodyPr/>
        <a:lstStyle/>
        <a:p>
          <a:r>
            <a:rPr lang="en-US" b="1" i="0" baseline="0"/>
            <a:t>Event Handling</a:t>
          </a:r>
          <a:r>
            <a:rPr lang="en-US" b="0" i="0" baseline="0"/>
            <a:t>: Listens to button clicks to trigger appropriate actions (using ActionListener). </a:t>
          </a:r>
          <a:endParaRPr lang="en-US"/>
        </a:p>
      </dgm:t>
    </dgm:pt>
    <dgm:pt modelId="{48E61C85-8D17-425A-A819-C523B7C3EBB8}" type="parTrans" cxnId="{AF99A6B1-A2A7-4791-AFF0-02BD81B8C177}">
      <dgm:prSet/>
      <dgm:spPr/>
      <dgm:t>
        <a:bodyPr/>
        <a:lstStyle/>
        <a:p>
          <a:endParaRPr lang="en-US"/>
        </a:p>
      </dgm:t>
    </dgm:pt>
    <dgm:pt modelId="{E7281902-DF7E-41B3-B229-F8EFD3896394}" type="sibTrans" cxnId="{AF99A6B1-A2A7-4791-AFF0-02BD81B8C177}">
      <dgm:prSet/>
      <dgm:spPr/>
      <dgm:t>
        <a:bodyPr/>
        <a:lstStyle/>
        <a:p>
          <a:endParaRPr lang="en-US"/>
        </a:p>
      </dgm:t>
    </dgm:pt>
    <dgm:pt modelId="{35A66877-4F92-4B62-8761-104F6CEDAA29}" type="pres">
      <dgm:prSet presAssocID="{E7EDDF3A-75C7-4789-BF80-EC4B324803B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8B5230E-DCBD-4568-B8CA-ECCAF5FCA39E}" type="pres">
      <dgm:prSet presAssocID="{3B678F72-728B-48E9-8676-7CEDA6CA2FBD}" presName="hierRoot1" presStyleCnt="0"/>
      <dgm:spPr/>
    </dgm:pt>
    <dgm:pt modelId="{7649FAE3-5A59-4736-8F13-26DC0BA10C24}" type="pres">
      <dgm:prSet presAssocID="{3B678F72-728B-48E9-8676-7CEDA6CA2FBD}" presName="composite" presStyleCnt="0"/>
      <dgm:spPr/>
    </dgm:pt>
    <dgm:pt modelId="{CCB91D72-E344-4F01-AA12-3F90B1D4AE0B}" type="pres">
      <dgm:prSet presAssocID="{3B678F72-728B-48E9-8676-7CEDA6CA2FBD}" presName="background" presStyleLbl="node0" presStyleIdx="0" presStyleCnt="3"/>
      <dgm:spPr/>
    </dgm:pt>
    <dgm:pt modelId="{611C4F3B-B612-4BBC-B58A-67F790124BA0}" type="pres">
      <dgm:prSet presAssocID="{3B678F72-728B-48E9-8676-7CEDA6CA2FBD}" presName="text" presStyleLbl="fgAcc0" presStyleIdx="0" presStyleCnt="3">
        <dgm:presLayoutVars>
          <dgm:chPref val="3"/>
        </dgm:presLayoutVars>
      </dgm:prSet>
      <dgm:spPr/>
    </dgm:pt>
    <dgm:pt modelId="{6B29603A-5409-4D46-A994-B08E95AB0F1C}" type="pres">
      <dgm:prSet presAssocID="{3B678F72-728B-48E9-8676-7CEDA6CA2FBD}" presName="hierChild2" presStyleCnt="0"/>
      <dgm:spPr/>
    </dgm:pt>
    <dgm:pt modelId="{2CACE0A1-247F-4BBE-BF5C-3DC1D23D612D}" type="pres">
      <dgm:prSet presAssocID="{3EF47804-C834-4F6A-BF94-CDD7D88E8BEB}" presName="hierRoot1" presStyleCnt="0"/>
      <dgm:spPr/>
    </dgm:pt>
    <dgm:pt modelId="{C3F05FFB-4617-4DDA-852A-D4BE25D9585E}" type="pres">
      <dgm:prSet presAssocID="{3EF47804-C834-4F6A-BF94-CDD7D88E8BEB}" presName="composite" presStyleCnt="0"/>
      <dgm:spPr/>
    </dgm:pt>
    <dgm:pt modelId="{B9FD543A-7DD0-45EE-8B10-D5FA90DDD55E}" type="pres">
      <dgm:prSet presAssocID="{3EF47804-C834-4F6A-BF94-CDD7D88E8BEB}" presName="background" presStyleLbl="node0" presStyleIdx="1" presStyleCnt="3"/>
      <dgm:spPr/>
    </dgm:pt>
    <dgm:pt modelId="{DA2FB10A-ADD6-4E94-8219-28F80AD3DEBA}" type="pres">
      <dgm:prSet presAssocID="{3EF47804-C834-4F6A-BF94-CDD7D88E8BEB}" presName="text" presStyleLbl="fgAcc0" presStyleIdx="1" presStyleCnt="3">
        <dgm:presLayoutVars>
          <dgm:chPref val="3"/>
        </dgm:presLayoutVars>
      </dgm:prSet>
      <dgm:spPr/>
    </dgm:pt>
    <dgm:pt modelId="{0E613C31-7518-4121-87C5-4DA461432B22}" type="pres">
      <dgm:prSet presAssocID="{3EF47804-C834-4F6A-BF94-CDD7D88E8BEB}" presName="hierChild2" presStyleCnt="0"/>
      <dgm:spPr/>
    </dgm:pt>
    <dgm:pt modelId="{C53637C0-71E5-4BDF-95FD-DF1221DCC5A4}" type="pres">
      <dgm:prSet presAssocID="{762E49B0-DBD6-4482-8FC5-3858CE2B588B}" presName="hierRoot1" presStyleCnt="0"/>
      <dgm:spPr/>
    </dgm:pt>
    <dgm:pt modelId="{13D72795-D47F-4B90-A4D2-4ACE9E9AEA2C}" type="pres">
      <dgm:prSet presAssocID="{762E49B0-DBD6-4482-8FC5-3858CE2B588B}" presName="composite" presStyleCnt="0"/>
      <dgm:spPr/>
    </dgm:pt>
    <dgm:pt modelId="{39A87678-8B83-49EE-B0F2-5F548B3063C4}" type="pres">
      <dgm:prSet presAssocID="{762E49B0-DBD6-4482-8FC5-3858CE2B588B}" presName="background" presStyleLbl="node0" presStyleIdx="2" presStyleCnt="3"/>
      <dgm:spPr/>
    </dgm:pt>
    <dgm:pt modelId="{B0E88312-2387-4E19-A18A-6F99A5F18C2A}" type="pres">
      <dgm:prSet presAssocID="{762E49B0-DBD6-4482-8FC5-3858CE2B588B}" presName="text" presStyleLbl="fgAcc0" presStyleIdx="2" presStyleCnt="3">
        <dgm:presLayoutVars>
          <dgm:chPref val="3"/>
        </dgm:presLayoutVars>
      </dgm:prSet>
      <dgm:spPr/>
    </dgm:pt>
    <dgm:pt modelId="{0811F06F-63BD-4839-950C-12DBDC8DB3F1}" type="pres">
      <dgm:prSet presAssocID="{762E49B0-DBD6-4482-8FC5-3858CE2B588B}" presName="hierChild2" presStyleCnt="0"/>
      <dgm:spPr/>
    </dgm:pt>
  </dgm:ptLst>
  <dgm:cxnLst>
    <dgm:cxn modelId="{73F7B70D-C1F3-4176-8579-29A30CE93360}" type="presOf" srcId="{3B678F72-728B-48E9-8676-7CEDA6CA2FBD}" destId="{611C4F3B-B612-4BBC-B58A-67F790124BA0}" srcOrd="0" destOrd="0" presId="urn:microsoft.com/office/officeart/2005/8/layout/hierarchy1"/>
    <dgm:cxn modelId="{A2E7D46F-566B-473F-B90F-DDAB920D11AF}" type="presOf" srcId="{3EF47804-C834-4F6A-BF94-CDD7D88E8BEB}" destId="{DA2FB10A-ADD6-4E94-8219-28F80AD3DEBA}" srcOrd="0" destOrd="0" presId="urn:microsoft.com/office/officeart/2005/8/layout/hierarchy1"/>
    <dgm:cxn modelId="{7960D984-7C44-4823-A640-7EAA8CCA0AA5}" type="presOf" srcId="{E7EDDF3A-75C7-4789-BF80-EC4B324803B5}" destId="{35A66877-4F92-4B62-8761-104F6CEDAA29}" srcOrd="0" destOrd="0" presId="urn:microsoft.com/office/officeart/2005/8/layout/hierarchy1"/>
    <dgm:cxn modelId="{AF99A6B1-A2A7-4791-AFF0-02BD81B8C177}" srcId="{E7EDDF3A-75C7-4789-BF80-EC4B324803B5}" destId="{762E49B0-DBD6-4482-8FC5-3858CE2B588B}" srcOrd="2" destOrd="0" parTransId="{48E61C85-8D17-425A-A819-C523B7C3EBB8}" sibTransId="{E7281902-DF7E-41B3-B229-F8EFD3896394}"/>
    <dgm:cxn modelId="{2D9624DB-01F8-4411-9C1F-370684033EA7}" type="presOf" srcId="{762E49B0-DBD6-4482-8FC5-3858CE2B588B}" destId="{B0E88312-2387-4E19-A18A-6F99A5F18C2A}" srcOrd="0" destOrd="0" presId="urn:microsoft.com/office/officeart/2005/8/layout/hierarchy1"/>
    <dgm:cxn modelId="{10232BF7-F144-4B5B-9A8F-D64032A58A9E}" srcId="{E7EDDF3A-75C7-4789-BF80-EC4B324803B5}" destId="{3EF47804-C834-4F6A-BF94-CDD7D88E8BEB}" srcOrd="1" destOrd="0" parTransId="{0E948813-7A5F-4181-A7B8-5489641133B3}" sibTransId="{AEA6DDC0-0609-43B4-A33E-61969D2314E3}"/>
    <dgm:cxn modelId="{E7E966F8-59D6-4EF7-B4FF-DDA9A1E55F01}" srcId="{E7EDDF3A-75C7-4789-BF80-EC4B324803B5}" destId="{3B678F72-728B-48E9-8676-7CEDA6CA2FBD}" srcOrd="0" destOrd="0" parTransId="{93C8BF9A-98F9-4036-8C6A-8B62B039C8D1}" sibTransId="{75668475-7DC6-4727-9D09-818C63CCE164}"/>
    <dgm:cxn modelId="{B5662DF2-13F8-44DC-BD16-4F06454C2A26}" type="presParOf" srcId="{35A66877-4F92-4B62-8761-104F6CEDAA29}" destId="{18B5230E-DCBD-4568-B8CA-ECCAF5FCA39E}" srcOrd="0" destOrd="0" presId="urn:microsoft.com/office/officeart/2005/8/layout/hierarchy1"/>
    <dgm:cxn modelId="{3AF3FC9C-CE41-4180-805E-E205814F5843}" type="presParOf" srcId="{18B5230E-DCBD-4568-B8CA-ECCAF5FCA39E}" destId="{7649FAE3-5A59-4736-8F13-26DC0BA10C24}" srcOrd="0" destOrd="0" presId="urn:microsoft.com/office/officeart/2005/8/layout/hierarchy1"/>
    <dgm:cxn modelId="{560C2344-6341-4B73-9395-48EBA2BC32A3}" type="presParOf" srcId="{7649FAE3-5A59-4736-8F13-26DC0BA10C24}" destId="{CCB91D72-E344-4F01-AA12-3F90B1D4AE0B}" srcOrd="0" destOrd="0" presId="urn:microsoft.com/office/officeart/2005/8/layout/hierarchy1"/>
    <dgm:cxn modelId="{5E430864-0203-49EE-95B2-CF08F72224D7}" type="presParOf" srcId="{7649FAE3-5A59-4736-8F13-26DC0BA10C24}" destId="{611C4F3B-B612-4BBC-B58A-67F790124BA0}" srcOrd="1" destOrd="0" presId="urn:microsoft.com/office/officeart/2005/8/layout/hierarchy1"/>
    <dgm:cxn modelId="{0EF4FA35-8095-4165-9136-C184F7CDD28F}" type="presParOf" srcId="{18B5230E-DCBD-4568-B8CA-ECCAF5FCA39E}" destId="{6B29603A-5409-4D46-A994-B08E95AB0F1C}" srcOrd="1" destOrd="0" presId="urn:microsoft.com/office/officeart/2005/8/layout/hierarchy1"/>
    <dgm:cxn modelId="{58D773BB-4052-44CB-B2C3-C925D384417B}" type="presParOf" srcId="{35A66877-4F92-4B62-8761-104F6CEDAA29}" destId="{2CACE0A1-247F-4BBE-BF5C-3DC1D23D612D}" srcOrd="1" destOrd="0" presId="urn:microsoft.com/office/officeart/2005/8/layout/hierarchy1"/>
    <dgm:cxn modelId="{87F5D4F7-8DFB-4EA2-9B6E-7E16B68F7F31}" type="presParOf" srcId="{2CACE0A1-247F-4BBE-BF5C-3DC1D23D612D}" destId="{C3F05FFB-4617-4DDA-852A-D4BE25D9585E}" srcOrd="0" destOrd="0" presId="urn:microsoft.com/office/officeart/2005/8/layout/hierarchy1"/>
    <dgm:cxn modelId="{DE3315E7-4162-4849-BBB0-16F4852D57B9}" type="presParOf" srcId="{C3F05FFB-4617-4DDA-852A-D4BE25D9585E}" destId="{B9FD543A-7DD0-45EE-8B10-D5FA90DDD55E}" srcOrd="0" destOrd="0" presId="urn:microsoft.com/office/officeart/2005/8/layout/hierarchy1"/>
    <dgm:cxn modelId="{EA950293-49AA-47BD-B9F0-BC28FFF7F286}" type="presParOf" srcId="{C3F05FFB-4617-4DDA-852A-D4BE25D9585E}" destId="{DA2FB10A-ADD6-4E94-8219-28F80AD3DEBA}" srcOrd="1" destOrd="0" presId="urn:microsoft.com/office/officeart/2005/8/layout/hierarchy1"/>
    <dgm:cxn modelId="{4455A71F-2B1E-4027-8061-62097EA8863A}" type="presParOf" srcId="{2CACE0A1-247F-4BBE-BF5C-3DC1D23D612D}" destId="{0E613C31-7518-4121-87C5-4DA461432B22}" srcOrd="1" destOrd="0" presId="urn:microsoft.com/office/officeart/2005/8/layout/hierarchy1"/>
    <dgm:cxn modelId="{2CCD8222-3B64-4FA3-9BAF-79340D68D5AE}" type="presParOf" srcId="{35A66877-4F92-4B62-8761-104F6CEDAA29}" destId="{C53637C0-71E5-4BDF-95FD-DF1221DCC5A4}" srcOrd="2" destOrd="0" presId="urn:microsoft.com/office/officeart/2005/8/layout/hierarchy1"/>
    <dgm:cxn modelId="{771EE357-0E2F-418B-86EF-B990FCD13EB7}" type="presParOf" srcId="{C53637C0-71E5-4BDF-95FD-DF1221DCC5A4}" destId="{13D72795-D47F-4B90-A4D2-4ACE9E9AEA2C}" srcOrd="0" destOrd="0" presId="urn:microsoft.com/office/officeart/2005/8/layout/hierarchy1"/>
    <dgm:cxn modelId="{164B0123-0FC8-40D7-B26D-0A9B7F0F2C14}" type="presParOf" srcId="{13D72795-D47F-4B90-A4D2-4ACE9E9AEA2C}" destId="{39A87678-8B83-49EE-B0F2-5F548B3063C4}" srcOrd="0" destOrd="0" presId="urn:microsoft.com/office/officeart/2005/8/layout/hierarchy1"/>
    <dgm:cxn modelId="{6F9C189D-F5F7-4C06-9968-67A5532D3B3B}" type="presParOf" srcId="{13D72795-D47F-4B90-A4D2-4ACE9E9AEA2C}" destId="{B0E88312-2387-4E19-A18A-6F99A5F18C2A}" srcOrd="1" destOrd="0" presId="urn:microsoft.com/office/officeart/2005/8/layout/hierarchy1"/>
    <dgm:cxn modelId="{B0157EBA-07CB-4E5F-A9CE-B49343A92B11}" type="presParOf" srcId="{C53637C0-71E5-4BDF-95FD-DF1221DCC5A4}" destId="{0811F06F-63BD-4839-950C-12DBDC8DB3F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3F74335-0E2A-47ED-BD37-21B017B1F57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4550AFC-F47D-47E9-8E57-E09F01F3957F}">
      <dgm:prSet/>
      <dgm:spPr/>
      <dgm:t>
        <a:bodyPr/>
        <a:lstStyle/>
        <a:p>
          <a:pPr>
            <a:defRPr cap="all"/>
          </a:pPr>
          <a:r>
            <a:rPr lang="en-US" b="1" i="0" baseline="0"/>
            <a:t>Main Frame (JFrame)</a:t>
          </a:r>
          <a:r>
            <a:rPr lang="en-US" b="0" i="0" baseline="0"/>
            <a:t>: The main window where the calculator is displayed.</a:t>
          </a:r>
          <a:endParaRPr lang="en-US"/>
        </a:p>
      </dgm:t>
    </dgm:pt>
    <dgm:pt modelId="{FF72F74D-1515-488A-A020-418D760D9B22}" type="parTrans" cxnId="{62E78AD0-83BD-4460-A09F-6B66835E40BE}">
      <dgm:prSet/>
      <dgm:spPr/>
      <dgm:t>
        <a:bodyPr/>
        <a:lstStyle/>
        <a:p>
          <a:endParaRPr lang="en-US"/>
        </a:p>
      </dgm:t>
    </dgm:pt>
    <dgm:pt modelId="{9F417CEB-75BA-4623-8F6E-9CCD897C5005}" type="sibTrans" cxnId="{62E78AD0-83BD-4460-A09F-6B66835E40BE}">
      <dgm:prSet/>
      <dgm:spPr/>
      <dgm:t>
        <a:bodyPr/>
        <a:lstStyle/>
        <a:p>
          <a:endParaRPr lang="en-US"/>
        </a:p>
      </dgm:t>
    </dgm:pt>
    <dgm:pt modelId="{DE040022-5AE8-4DA2-99A8-52608561FA84}">
      <dgm:prSet/>
      <dgm:spPr/>
      <dgm:t>
        <a:bodyPr/>
        <a:lstStyle/>
        <a:p>
          <a:pPr>
            <a:defRPr cap="all"/>
          </a:pPr>
          <a:r>
            <a:rPr lang="en-US" b="1" i="0" baseline="0"/>
            <a:t>Text Field (JTextField)</a:t>
          </a:r>
          <a:r>
            <a:rPr lang="en-US" b="0" i="0" baseline="0"/>
            <a:t>: Used for input and output display of numbers.</a:t>
          </a:r>
          <a:endParaRPr lang="en-US"/>
        </a:p>
      </dgm:t>
    </dgm:pt>
    <dgm:pt modelId="{09229FEF-F257-4A45-B858-494137424A44}" type="parTrans" cxnId="{1A84D063-E78A-4C10-AE2F-4EA7ED64225B}">
      <dgm:prSet/>
      <dgm:spPr/>
      <dgm:t>
        <a:bodyPr/>
        <a:lstStyle/>
        <a:p>
          <a:endParaRPr lang="en-US"/>
        </a:p>
      </dgm:t>
    </dgm:pt>
    <dgm:pt modelId="{EA1259A9-D58A-4F91-B641-77DA41B3BFC9}" type="sibTrans" cxnId="{1A84D063-E78A-4C10-AE2F-4EA7ED64225B}">
      <dgm:prSet/>
      <dgm:spPr/>
      <dgm:t>
        <a:bodyPr/>
        <a:lstStyle/>
        <a:p>
          <a:endParaRPr lang="en-US"/>
        </a:p>
      </dgm:t>
    </dgm:pt>
    <dgm:pt modelId="{DA001948-0081-4923-A8EB-D328490CE933}">
      <dgm:prSet/>
      <dgm:spPr/>
      <dgm:t>
        <a:bodyPr/>
        <a:lstStyle/>
        <a:p>
          <a:pPr>
            <a:defRPr cap="all"/>
          </a:pPr>
          <a:r>
            <a:rPr lang="en-US" b="1" i="0" baseline="0"/>
            <a:t>Buttons (JButton)</a:t>
          </a:r>
          <a:r>
            <a:rPr lang="en-US" b="0" i="0" baseline="0"/>
            <a:t>: Number buttons (0-9) and operator buttons (+, -, *, /).</a:t>
          </a:r>
          <a:endParaRPr lang="en-US"/>
        </a:p>
      </dgm:t>
    </dgm:pt>
    <dgm:pt modelId="{CC7AE7D6-24CC-465B-BC82-851B69C8ED4E}" type="parTrans" cxnId="{F7D6A211-5B7D-42B4-8EFB-5C1DFDA70D08}">
      <dgm:prSet/>
      <dgm:spPr/>
      <dgm:t>
        <a:bodyPr/>
        <a:lstStyle/>
        <a:p>
          <a:endParaRPr lang="en-US"/>
        </a:p>
      </dgm:t>
    </dgm:pt>
    <dgm:pt modelId="{67B95CDE-64F5-4BE6-AF58-698FA89835A5}" type="sibTrans" cxnId="{F7D6A211-5B7D-42B4-8EFB-5C1DFDA70D08}">
      <dgm:prSet/>
      <dgm:spPr/>
      <dgm:t>
        <a:bodyPr/>
        <a:lstStyle/>
        <a:p>
          <a:endParaRPr lang="en-US"/>
        </a:p>
      </dgm:t>
    </dgm:pt>
    <dgm:pt modelId="{C5A7F943-43C6-4B35-9A31-B427EACB21E6}">
      <dgm:prSet/>
      <dgm:spPr/>
      <dgm:t>
        <a:bodyPr/>
        <a:lstStyle/>
        <a:p>
          <a:pPr>
            <a:defRPr cap="all"/>
          </a:pPr>
          <a:r>
            <a:rPr lang="en-US" b="1" i="0" baseline="0"/>
            <a:t>Action Listener (ActionListener)</a:t>
          </a:r>
          <a:r>
            <a:rPr lang="en-US" b="0" i="0" baseline="0"/>
            <a:t>: Captures button presses and performs actions. </a:t>
          </a:r>
          <a:endParaRPr lang="en-US"/>
        </a:p>
      </dgm:t>
    </dgm:pt>
    <dgm:pt modelId="{43EAB438-BEBD-4C4F-92CF-CC3D5C2AD2BE}" type="parTrans" cxnId="{89D1D3F4-3627-4653-A68F-365D1C7E0C57}">
      <dgm:prSet/>
      <dgm:spPr/>
      <dgm:t>
        <a:bodyPr/>
        <a:lstStyle/>
        <a:p>
          <a:endParaRPr lang="en-US"/>
        </a:p>
      </dgm:t>
    </dgm:pt>
    <dgm:pt modelId="{6F01976D-59DC-4179-B32E-1FAEF803FBF2}" type="sibTrans" cxnId="{89D1D3F4-3627-4653-A68F-365D1C7E0C57}">
      <dgm:prSet/>
      <dgm:spPr/>
      <dgm:t>
        <a:bodyPr/>
        <a:lstStyle/>
        <a:p>
          <a:endParaRPr lang="en-US"/>
        </a:p>
      </dgm:t>
    </dgm:pt>
    <dgm:pt modelId="{2B4E16E2-5911-4258-AC2B-9831A9E22607}" type="pres">
      <dgm:prSet presAssocID="{F3F74335-0E2A-47ED-BD37-21B017B1F572}" presName="root" presStyleCnt="0">
        <dgm:presLayoutVars>
          <dgm:dir/>
          <dgm:resizeHandles val="exact"/>
        </dgm:presLayoutVars>
      </dgm:prSet>
      <dgm:spPr/>
    </dgm:pt>
    <dgm:pt modelId="{F651309B-FF31-4475-8978-95AA00318634}" type="pres">
      <dgm:prSet presAssocID="{04550AFC-F47D-47E9-8E57-E09F01F3957F}" presName="compNode" presStyleCnt="0"/>
      <dgm:spPr/>
    </dgm:pt>
    <dgm:pt modelId="{DE4EC073-A5D6-4AAB-835E-9B9612C05417}" type="pres">
      <dgm:prSet presAssocID="{04550AFC-F47D-47E9-8E57-E09F01F3957F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4AF8E7E-BEB6-4F89-B2BB-E83226CA2990}" type="pres">
      <dgm:prSet presAssocID="{04550AFC-F47D-47E9-8E57-E09F01F3957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A37F5432-DCA3-42A6-A2BE-02DFA9F8C98B}" type="pres">
      <dgm:prSet presAssocID="{04550AFC-F47D-47E9-8E57-E09F01F3957F}" presName="spaceRect" presStyleCnt="0"/>
      <dgm:spPr/>
    </dgm:pt>
    <dgm:pt modelId="{89772C74-D090-4FE1-9CC7-64CB328BA326}" type="pres">
      <dgm:prSet presAssocID="{04550AFC-F47D-47E9-8E57-E09F01F3957F}" presName="textRect" presStyleLbl="revTx" presStyleIdx="0" presStyleCnt="4">
        <dgm:presLayoutVars>
          <dgm:chMax val="1"/>
          <dgm:chPref val="1"/>
        </dgm:presLayoutVars>
      </dgm:prSet>
      <dgm:spPr/>
    </dgm:pt>
    <dgm:pt modelId="{20C73631-A5A4-4FFC-BEB0-A2BDB86AD10D}" type="pres">
      <dgm:prSet presAssocID="{9F417CEB-75BA-4623-8F6E-9CCD897C5005}" presName="sibTrans" presStyleCnt="0"/>
      <dgm:spPr/>
    </dgm:pt>
    <dgm:pt modelId="{577515BF-1ECE-4C78-A096-53F64A8105D8}" type="pres">
      <dgm:prSet presAssocID="{DE040022-5AE8-4DA2-99A8-52608561FA84}" presName="compNode" presStyleCnt="0"/>
      <dgm:spPr/>
    </dgm:pt>
    <dgm:pt modelId="{C2D7ED39-ACA8-40FF-B9D8-22221CC0B495}" type="pres">
      <dgm:prSet presAssocID="{DE040022-5AE8-4DA2-99A8-52608561FA84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FF21F99-612E-49AC-9065-BBF8E3253A1F}" type="pres">
      <dgm:prSet presAssocID="{DE040022-5AE8-4DA2-99A8-52608561FA8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0015CE0A-147E-4E17-A6A3-417D5837A4F1}" type="pres">
      <dgm:prSet presAssocID="{DE040022-5AE8-4DA2-99A8-52608561FA84}" presName="spaceRect" presStyleCnt="0"/>
      <dgm:spPr/>
    </dgm:pt>
    <dgm:pt modelId="{40A077B9-DEF6-46DD-8C1F-A9EF416C8D33}" type="pres">
      <dgm:prSet presAssocID="{DE040022-5AE8-4DA2-99A8-52608561FA84}" presName="textRect" presStyleLbl="revTx" presStyleIdx="1" presStyleCnt="4">
        <dgm:presLayoutVars>
          <dgm:chMax val="1"/>
          <dgm:chPref val="1"/>
        </dgm:presLayoutVars>
      </dgm:prSet>
      <dgm:spPr/>
    </dgm:pt>
    <dgm:pt modelId="{5EFBEDFC-AD95-4792-A1D9-A819C1EB00BB}" type="pres">
      <dgm:prSet presAssocID="{EA1259A9-D58A-4F91-B641-77DA41B3BFC9}" presName="sibTrans" presStyleCnt="0"/>
      <dgm:spPr/>
    </dgm:pt>
    <dgm:pt modelId="{1F2552A4-2C23-4063-9CC0-CCA52B1D9447}" type="pres">
      <dgm:prSet presAssocID="{DA001948-0081-4923-A8EB-D328490CE933}" presName="compNode" presStyleCnt="0"/>
      <dgm:spPr/>
    </dgm:pt>
    <dgm:pt modelId="{42E2B202-931F-4D5A-8758-97E0C2088B4A}" type="pres">
      <dgm:prSet presAssocID="{DA001948-0081-4923-A8EB-D328490CE933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DF7175C-DCA3-4879-B43C-FD20A73E3EBA}" type="pres">
      <dgm:prSet presAssocID="{DA001948-0081-4923-A8EB-D328490CE93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BB2BC8BA-3E4F-497F-9618-65D02C12D762}" type="pres">
      <dgm:prSet presAssocID="{DA001948-0081-4923-A8EB-D328490CE933}" presName="spaceRect" presStyleCnt="0"/>
      <dgm:spPr/>
    </dgm:pt>
    <dgm:pt modelId="{DEFC1FBB-33F5-44B1-9E77-574ED23B45F8}" type="pres">
      <dgm:prSet presAssocID="{DA001948-0081-4923-A8EB-D328490CE933}" presName="textRect" presStyleLbl="revTx" presStyleIdx="2" presStyleCnt="4">
        <dgm:presLayoutVars>
          <dgm:chMax val="1"/>
          <dgm:chPref val="1"/>
        </dgm:presLayoutVars>
      </dgm:prSet>
      <dgm:spPr/>
    </dgm:pt>
    <dgm:pt modelId="{01BBFD55-F9E5-40CD-BD50-B7B7841CE859}" type="pres">
      <dgm:prSet presAssocID="{67B95CDE-64F5-4BE6-AF58-698FA89835A5}" presName="sibTrans" presStyleCnt="0"/>
      <dgm:spPr/>
    </dgm:pt>
    <dgm:pt modelId="{5AF1E54D-31C9-413D-8EF8-D5D78B336650}" type="pres">
      <dgm:prSet presAssocID="{C5A7F943-43C6-4B35-9A31-B427EACB21E6}" presName="compNode" presStyleCnt="0"/>
      <dgm:spPr/>
    </dgm:pt>
    <dgm:pt modelId="{3F1EB0F4-82EB-4C79-B806-98EF66E5DAC6}" type="pres">
      <dgm:prSet presAssocID="{C5A7F943-43C6-4B35-9A31-B427EACB21E6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3F9198B-797E-475C-A52D-A8113304F87F}" type="pres">
      <dgm:prSet presAssocID="{C5A7F943-43C6-4B35-9A31-B427EACB21E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ngue"/>
        </a:ext>
      </dgm:extLst>
    </dgm:pt>
    <dgm:pt modelId="{43DAB894-3588-4A0B-83C8-0D3497125E0C}" type="pres">
      <dgm:prSet presAssocID="{C5A7F943-43C6-4B35-9A31-B427EACB21E6}" presName="spaceRect" presStyleCnt="0"/>
      <dgm:spPr/>
    </dgm:pt>
    <dgm:pt modelId="{8208638D-032A-4AB7-B9D3-8C4960A0287B}" type="pres">
      <dgm:prSet presAssocID="{C5A7F943-43C6-4B35-9A31-B427EACB21E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7D6A211-5B7D-42B4-8EFB-5C1DFDA70D08}" srcId="{F3F74335-0E2A-47ED-BD37-21B017B1F572}" destId="{DA001948-0081-4923-A8EB-D328490CE933}" srcOrd="2" destOrd="0" parTransId="{CC7AE7D6-24CC-465B-BC82-851B69C8ED4E}" sibTransId="{67B95CDE-64F5-4BE6-AF58-698FA89835A5}"/>
    <dgm:cxn modelId="{A7160A1D-D234-42E4-8C10-BAD5C67C9445}" type="presOf" srcId="{DE040022-5AE8-4DA2-99A8-52608561FA84}" destId="{40A077B9-DEF6-46DD-8C1F-A9EF416C8D33}" srcOrd="0" destOrd="0" presId="urn:microsoft.com/office/officeart/2018/5/layout/IconLeafLabelList"/>
    <dgm:cxn modelId="{DF467B2B-CB32-4354-94DB-0E80B91346E1}" type="presOf" srcId="{C5A7F943-43C6-4B35-9A31-B427EACB21E6}" destId="{8208638D-032A-4AB7-B9D3-8C4960A0287B}" srcOrd="0" destOrd="0" presId="urn:microsoft.com/office/officeart/2018/5/layout/IconLeafLabelList"/>
    <dgm:cxn modelId="{1A84D063-E78A-4C10-AE2F-4EA7ED64225B}" srcId="{F3F74335-0E2A-47ED-BD37-21B017B1F572}" destId="{DE040022-5AE8-4DA2-99A8-52608561FA84}" srcOrd="1" destOrd="0" parTransId="{09229FEF-F257-4A45-B858-494137424A44}" sibTransId="{EA1259A9-D58A-4F91-B641-77DA41B3BFC9}"/>
    <dgm:cxn modelId="{9CF79469-A5FC-4387-9A24-4C619E54BE33}" type="presOf" srcId="{F3F74335-0E2A-47ED-BD37-21B017B1F572}" destId="{2B4E16E2-5911-4258-AC2B-9831A9E22607}" srcOrd="0" destOrd="0" presId="urn:microsoft.com/office/officeart/2018/5/layout/IconLeafLabelList"/>
    <dgm:cxn modelId="{62E78AD0-83BD-4460-A09F-6B66835E40BE}" srcId="{F3F74335-0E2A-47ED-BD37-21B017B1F572}" destId="{04550AFC-F47D-47E9-8E57-E09F01F3957F}" srcOrd="0" destOrd="0" parTransId="{FF72F74D-1515-488A-A020-418D760D9B22}" sibTransId="{9F417CEB-75BA-4623-8F6E-9CCD897C5005}"/>
    <dgm:cxn modelId="{492044DE-DB18-4E94-A14E-441F84976696}" type="presOf" srcId="{DA001948-0081-4923-A8EB-D328490CE933}" destId="{DEFC1FBB-33F5-44B1-9E77-574ED23B45F8}" srcOrd="0" destOrd="0" presId="urn:microsoft.com/office/officeart/2018/5/layout/IconLeafLabelList"/>
    <dgm:cxn modelId="{89D1D3F4-3627-4653-A68F-365D1C7E0C57}" srcId="{F3F74335-0E2A-47ED-BD37-21B017B1F572}" destId="{C5A7F943-43C6-4B35-9A31-B427EACB21E6}" srcOrd="3" destOrd="0" parTransId="{43EAB438-BEBD-4C4F-92CF-CC3D5C2AD2BE}" sibTransId="{6F01976D-59DC-4179-B32E-1FAEF803FBF2}"/>
    <dgm:cxn modelId="{7C95AEF5-F3EB-4944-B860-B57ADF82D7AA}" type="presOf" srcId="{04550AFC-F47D-47E9-8E57-E09F01F3957F}" destId="{89772C74-D090-4FE1-9CC7-64CB328BA326}" srcOrd="0" destOrd="0" presId="urn:microsoft.com/office/officeart/2018/5/layout/IconLeafLabelList"/>
    <dgm:cxn modelId="{95C3EE74-EC58-4E83-BBEA-D34AA3C36605}" type="presParOf" srcId="{2B4E16E2-5911-4258-AC2B-9831A9E22607}" destId="{F651309B-FF31-4475-8978-95AA00318634}" srcOrd="0" destOrd="0" presId="urn:microsoft.com/office/officeart/2018/5/layout/IconLeafLabelList"/>
    <dgm:cxn modelId="{532DBEFB-7790-4661-8603-15E2A2D9878D}" type="presParOf" srcId="{F651309B-FF31-4475-8978-95AA00318634}" destId="{DE4EC073-A5D6-4AAB-835E-9B9612C05417}" srcOrd="0" destOrd="0" presId="urn:microsoft.com/office/officeart/2018/5/layout/IconLeafLabelList"/>
    <dgm:cxn modelId="{85FE6ED3-7A31-45D9-83A4-1736438F911C}" type="presParOf" srcId="{F651309B-FF31-4475-8978-95AA00318634}" destId="{B4AF8E7E-BEB6-4F89-B2BB-E83226CA2990}" srcOrd="1" destOrd="0" presId="urn:microsoft.com/office/officeart/2018/5/layout/IconLeafLabelList"/>
    <dgm:cxn modelId="{215E273F-6B0B-4C01-8C11-27E39382C93F}" type="presParOf" srcId="{F651309B-FF31-4475-8978-95AA00318634}" destId="{A37F5432-DCA3-42A6-A2BE-02DFA9F8C98B}" srcOrd="2" destOrd="0" presId="urn:microsoft.com/office/officeart/2018/5/layout/IconLeafLabelList"/>
    <dgm:cxn modelId="{E6189D38-4055-4A37-93DF-B81B13021893}" type="presParOf" srcId="{F651309B-FF31-4475-8978-95AA00318634}" destId="{89772C74-D090-4FE1-9CC7-64CB328BA326}" srcOrd="3" destOrd="0" presId="urn:microsoft.com/office/officeart/2018/5/layout/IconLeafLabelList"/>
    <dgm:cxn modelId="{DEE88912-A1CA-4D8F-8C82-EE3723F2D125}" type="presParOf" srcId="{2B4E16E2-5911-4258-AC2B-9831A9E22607}" destId="{20C73631-A5A4-4FFC-BEB0-A2BDB86AD10D}" srcOrd="1" destOrd="0" presId="urn:microsoft.com/office/officeart/2018/5/layout/IconLeafLabelList"/>
    <dgm:cxn modelId="{22795767-FF5A-4013-8567-6BA7D0AAE6D8}" type="presParOf" srcId="{2B4E16E2-5911-4258-AC2B-9831A9E22607}" destId="{577515BF-1ECE-4C78-A096-53F64A8105D8}" srcOrd="2" destOrd="0" presId="urn:microsoft.com/office/officeart/2018/5/layout/IconLeafLabelList"/>
    <dgm:cxn modelId="{A8AE571C-255E-4F62-A0A7-E6D7CB569980}" type="presParOf" srcId="{577515BF-1ECE-4C78-A096-53F64A8105D8}" destId="{C2D7ED39-ACA8-40FF-B9D8-22221CC0B495}" srcOrd="0" destOrd="0" presId="urn:microsoft.com/office/officeart/2018/5/layout/IconLeafLabelList"/>
    <dgm:cxn modelId="{0EF286B7-0DFD-4F87-93AD-F21E0C3FB766}" type="presParOf" srcId="{577515BF-1ECE-4C78-A096-53F64A8105D8}" destId="{4FF21F99-612E-49AC-9065-BBF8E3253A1F}" srcOrd="1" destOrd="0" presId="urn:microsoft.com/office/officeart/2018/5/layout/IconLeafLabelList"/>
    <dgm:cxn modelId="{12122D84-D707-4528-913B-A30E37863A03}" type="presParOf" srcId="{577515BF-1ECE-4C78-A096-53F64A8105D8}" destId="{0015CE0A-147E-4E17-A6A3-417D5837A4F1}" srcOrd="2" destOrd="0" presId="urn:microsoft.com/office/officeart/2018/5/layout/IconLeafLabelList"/>
    <dgm:cxn modelId="{0668A531-4572-4D7F-8F44-DE46BD44C714}" type="presParOf" srcId="{577515BF-1ECE-4C78-A096-53F64A8105D8}" destId="{40A077B9-DEF6-46DD-8C1F-A9EF416C8D33}" srcOrd="3" destOrd="0" presId="urn:microsoft.com/office/officeart/2018/5/layout/IconLeafLabelList"/>
    <dgm:cxn modelId="{83BF299D-9AD5-4931-93B5-D0B399382CA7}" type="presParOf" srcId="{2B4E16E2-5911-4258-AC2B-9831A9E22607}" destId="{5EFBEDFC-AD95-4792-A1D9-A819C1EB00BB}" srcOrd="3" destOrd="0" presId="urn:microsoft.com/office/officeart/2018/5/layout/IconLeafLabelList"/>
    <dgm:cxn modelId="{3881F513-66CC-4EB0-98F3-E8923F4987B3}" type="presParOf" srcId="{2B4E16E2-5911-4258-AC2B-9831A9E22607}" destId="{1F2552A4-2C23-4063-9CC0-CCA52B1D9447}" srcOrd="4" destOrd="0" presId="urn:microsoft.com/office/officeart/2018/5/layout/IconLeafLabelList"/>
    <dgm:cxn modelId="{C58F505A-1274-440E-8E53-255D6083874B}" type="presParOf" srcId="{1F2552A4-2C23-4063-9CC0-CCA52B1D9447}" destId="{42E2B202-931F-4D5A-8758-97E0C2088B4A}" srcOrd="0" destOrd="0" presId="urn:microsoft.com/office/officeart/2018/5/layout/IconLeafLabelList"/>
    <dgm:cxn modelId="{663427C9-04CB-4588-9723-0DD6A0A1F97F}" type="presParOf" srcId="{1F2552A4-2C23-4063-9CC0-CCA52B1D9447}" destId="{EDF7175C-DCA3-4879-B43C-FD20A73E3EBA}" srcOrd="1" destOrd="0" presId="urn:microsoft.com/office/officeart/2018/5/layout/IconLeafLabelList"/>
    <dgm:cxn modelId="{80684E92-5DD3-46BE-B3DE-84A94967957C}" type="presParOf" srcId="{1F2552A4-2C23-4063-9CC0-CCA52B1D9447}" destId="{BB2BC8BA-3E4F-497F-9618-65D02C12D762}" srcOrd="2" destOrd="0" presId="urn:microsoft.com/office/officeart/2018/5/layout/IconLeafLabelList"/>
    <dgm:cxn modelId="{71FAF529-FF07-4AA7-A85F-2B4E35FB175B}" type="presParOf" srcId="{1F2552A4-2C23-4063-9CC0-CCA52B1D9447}" destId="{DEFC1FBB-33F5-44B1-9E77-574ED23B45F8}" srcOrd="3" destOrd="0" presId="urn:microsoft.com/office/officeart/2018/5/layout/IconLeafLabelList"/>
    <dgm:cxn modelId="{1689ED0B-2360-4A37-9D7D-3FAEF04DD0E5}" type="presParOf" srcId="{2B4E16E2-5911-4258-AC2B-9831A9E22607}" destId="{01BBFD55-F9E5-40CD-BD50-B7B7841CE859}" srcOrd="5" destOrd="0" presId="urn:microsoft.com/office/officeart/2018/5/layout/IconLeafLabelList"/>
    <dgm:cxn modelId="{D0B6F5B4-F432-4626-BAA5-EE549B8EC52A}" type="presParOf" srcId="{2B4E16E2-5911-4258-AC2B-9831A9E22607}" destId="{5AF1E54D-31C9-413D-8EF8-D5D78B336650}" srcOrd="6" destOrd="0" presId="urn:microsoft.com/office/officeart/2018/5/layout/IconLeafLabelList"/>
    <dgm:cxn modelId="{B5EC148B-4B27-498E-80CD-994EF43B6448}" type="presParOf" srcId="{5AF1E54D-31C9-413D-8EF8-D5D78B336650}" destId="{3F1EB0F4-82EB-4C79-B806-98EF66E5DAC6}" srcOrd="0" destOrd="0" presId="urn:microsoft.com/office/officeart/2018/5/layout/IconLeafLabelList"/>
    <dgm:cxn modelId="{CB2AA61E-7781-4415-ADAE-BE52D094DF44}" type="presParOf" srcId="{5AF1E54D-31C9-413D-8EF8-D5D78B336650}" destId="{83F9198B-797E-475C-A52D-A8113304F87F}" srcOrd="1" destOrd="0" presId="urn:microsoft.com/office/officeart/2018/5/layout/IconLeafLabelList"/>
    <dgm:cxn modelId="{43C5E80F-CB10-42DB-BCA6-7108E7F5000A}" type="presParOf" srcId="{5AF1E54D-31C9-413D-8EF8-D5D78B336650}" destId="{43DAB894-3588-4A0B-83C8-0D3497125E0C}" srcOrd="2" destOrd="0" presId="urn:microsoft.com/office/officeart/2018/5/layout/IconLeafLabelList"/>
    <dgm:cxn modelId="{FFE37FF2-35D4-4307-AABA-A25881381DFD}" type="presParOf" srcId="{5AF1E54D-31C9-413D-8EF8-D5D78B336650}" destId="{8208638D-032A-4AB7-B9D3-8C4960A0287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A604851-0780-400E-9FBC-6A5054607963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7B088B8-EB74-4059-80E9-2C5EEE5C98F7}">
      <dgm:prSet/>
      <dgm:spPr/>
      <dgm:t>
        <a:bodyPr/>
        <a:lstStyle/>
        <a:p>
          <a:r>
            <a:rPr lang="en-US" b="0" i="0" baseline="0"/>
            <a:t>Recap of Java's role in application development</a:t>
          </a:r>
          <a:endParaRPr lang="en-US"/>
        </a:p>
      </dgm:t>
    </dgm:pt>
    <dgm:pt modelId="{5D9668CD-2C09-4746-A079-092720C7A0F4}" type="parTrans" cxnId="{6C64E935-EA48-4CB0-AF9D-A7AEAC59869F}">
      <dgm:prSet/>
      <dgm:spPr/>
      <dgm:t>
        <a:bodyPr/>
        <a:lstStyle/>
        <a:p>
          <a:endParaRPr lang="en-US"/>
        </a:p>
      </dgm:t>
    </dgm:pt>
    <dgm:pt modelId="{94070FF8-C068-40F6-971D-884166ACEA0F}" type="sibTrans" cxnId="{6C64E935-EA48-4CB0-AF9D-A7AEAC59869F}">
      <dgm:prSet/>
      <dgm:spPr/>
      <dgm:t>
        <a:bodyPr/>
        <a:lstStyle/>
        <a:p>
          <a:endParaRPr lang="en-US"/>
        </a:p>
      </dgm:t>
    </dgm:pt>
    <dgm:pt modelId="{55FF2408-A8E9-4A8B-B28D-8B8A2B12C12D}">
      <dgm:prSet/>
      <dgm:spPr/>
      <dgm:t>
        <a:bodyPr/>
        <a:lstStyle/>
        <a:p>
          <a:r>
            <a:rPr lang="en-US" b="0" i="0" baseline="0"/>
            <a:t>Highlight its versatility across different types of applications</a:t>
          </a:r>
          <a:endParaRPr lang="en-US"/>
        </a:p>
      </dgm:t>
    </dgm:pt>
    <dgm:pt modelId="{FF3E823F-BF7E-406D-970A-27B5E2F78DCE}" type="parTrans" cxnId="{4A88FE0D-218F-4051-BC60-29802D1D079B}">
      <dgm:prSet/>
      <dgm:spPr/>
      <dgm:t>
        <a:bodyPr/>
        <a:lstStyle/>
        <a:p>
          <a:endParaRPr lang="en-US"/>
        </a:p>
      </dgm:t>
    </dgm:pt>
    <dgm:pt modelId="{3AFEFE46-36F7-43B9-8B8A-D9FE94C95794}" type="sibTrans" cxnId="{4A88FE0D-218F-4051-BC60-29802D1D079B}">
      <dgm:prSet/>
      <dgm:spPr/>
      <dgm:t>
        <a:bodyPr/>
        <a:lstStyle/>
        <a:p>
          <a:endParaRPr lang="en-US"/>
        </a:p>
      </dgm:t>
    </dgm:pt>
    <dgm:pt modelId="{D0310829-3BDC-49B4-A850-2D23FE338688}">
      <dgm:prSet/>
      <dgm:spPr/>
      <dgm:t>
        <a:bodyPr/>
        <a:lstStyle/>
        <a:p>
          <a:r>
            <a:rPr lang="en-US" b="0" i="0" baseline="0"/>
            <a:t>Future potential and importance in modern development </a:t>
          </a:r>
          <a:endParaRPr lang="en-US"/>
        </a:p>
      </dgm:t>
    </dgm:pt>
    <dgm:pt modelId="{6422F75B-9E8C-43D6-8998-2B9472CD87E2}" type="parTrans" cxnId="{B42FCDD9-CE10-4401-9A63-7FB6B0D69497}">
      <dgm:prSet/>
      <dgm:spPr/>
      <dgm:t>
        <a:bodyPr/>
        <a:lstStyle/>
        <a:p>
          <a:endParaRPr lang="en-US"/>
        </a:p>
      </dgm:t>
    </dgm:pt>
    <dgm:pt modelId="{9A9A78B3-B6BF-4B9E-A509-6827036A3375}" type="sibTrans" cxnId="{B42FCDD9-CE10-4401-9A63-7FB6B0D69497}">
      <dgm:prSet/>
      <dgm:spPr/>
      <dgm:t>
        <a:bodyPr/>
        <a:lstStyle/>
        <a:p>
          <a:endParaRPr lang="en-US"/>
        </a:p>
      </dgm:t>
    </dgm:pt>
    <dgm:pt modelId="{CEA0E94F-4EE8-4B73-8905-01FF52EB5912}" type="pres">
      <dgm:prSet presAssocID="{0A604851-0780-400E-9FBC-6A5054607963}" presName="outerComposite" presStyleCnt="0">
        <dgm:presLayoutVars>
          <dgm:chMax val="5"/>
          <dgm:dir/>
          <dgm:resizeHandles val="exact"/>
        </dgm:presLayoutVars>
      </dgm:prSet>
      <dgm:spPr/>
    </dgm:pt>
    <dgm:pt modelId="{CA42AC3B-5043-4214-832C-0422EAF880DD}" type="pres">
      <dgm:prSet presAssocID="{0A604851-0780-400E-9FBC-6A5054607963}" presName="dummyMaxCanvas" presStyleCnt="0">
        <dgm:presLayoutVars/>
      </dgm:prSet>
      <dgm:spPr/>
    </dgm:pt>
    <dgm:pt modelId="{39F287A1-B242-4158-B39C-6FBE9F0C0CC2}" type="pres">
      <dgm:prSet presAssocID="{0A604851-0780-400E-9FBC-6A5054607963}" presName="ThreeNodes_1" presStyleLbl="node1" presStyleIdx="0" presStyleCnt="3">
        <dgm:presLayoutVars>
          <dgm:bulletEnabled val="1"/>
        </dgm:presLayoutVars>
      </dgm:prSet>
      <dgm:spPr/>
    </dgm:pt>
    <dgm:pt modelId="{CB2E4D63-946D-4F4A-8E7C-377BB31B5B3A}" type="pres">
      <dgm:prSet presAssocID="{0A604851-0780-400E-9FBC-6A5054607963}" presName="ThreeNodes_2" presStyleLbl="node1" presStyleIdx="1" presStyleCnt="3">
        <dgm:presLayoutVars>
          <dgm:bulletEnabled val="1"/>
        </dgm:presLayoutVars>
      </dgm:prSet>
      <dgm:spPr/>
    </dgm:pt>
    <dgm:pt modelId="{893A3C46-4E9A-4021-80F8-4EA62F7A20C3}" type="pres">
      <dgm:prSet presAssocID="{0A604851-0780-400E-9FBC-6A5054607963}" presName="ThreeNodes_3" presStyleLbl="node1" presStyleIdx="2" presStyleCnt="3">
        <dgm:presLayoutVars>
          <dgm:bulletEnabled val="1"/>
        </dgm:presLayoutVars>
      </dgm:prSet>
      <dgm:spPr/>
    </dgm:pt>
    <dgm:pt modelId="{A982D548-F831-4D8C-BF06-51E470B133F5}" type="pres">
      <dgm:prSet presAssocID="{0A604851-0780-400E-9FBC-6A5054607963}" presName="ThreeConn_1-2" presStyleLbl="fgAccFollowNode1" presStyleIdx="0" presStyleCnt="2">
        <dgm:presLayoutVars>
          <dgm:bulletEnabled val="1"/>
        </dgm:presLayoutVars>
      </dgm:prSet>
      <dgm:spPr/>
    </dgm:pt>
    <dgm:pt modelId="{0D26A132-E117-4105-9EF7-D91823BFB718}" type="pres">
      <dgm:prSet presAssocID="{0A604851-0780-400E-9FBC-6A5054607963}" presName="ThreeConn_2-3" presStyleLbl="fgAccFollowNode1" presStyleIdx="1" presStyleCnt="2">
        <dgm:presLayoutVars>
          <dgm:bulletEnabled val="1"/>
        </dgm:presLayoutVars>
      </dgm:prSet>
      <dgm:spPr/>
    </dgm:pt>
    <dgm:pt modelId="{B7132B69-12EF-4006-B691-D5E3F5FAEB79}" type="pres">
      <dgm:prSet presAssocID="{0A604851-0780-400E-9FBC-6A5054607963}" presName="ThreeNodes_1_text" presStyleLbl="node1" presStyleIdx="2" presStyleCnt="3">
        <dgm:presLayoutVars>
          <dgm:bulletEnabled val="1"/>
        </dgm:presLayoutVars>
      </dgm:prSet>
      <dgm:spPr/>
    </dgm:pt>
    <dgm:pt modelId="{EF0216C5-3DF4-4E7D-8ADD-C1F9916E1642}" type="pres">
      <dgm:prSet presAssocID="{0A604851-0780-400E-9FBC-6A5054607963}" presName="ThreeNodes_2_text" presStyleLbl="node1" presStyleIdx="2" presStyleCnt="3">
        <dgm:presLayoutVars>
          <dgm:bulletEnabled val="1"/>
        </dgm:presLayoutVars>
      </dgm:prSet>
      <dgm:spPr/>
    </dgm:pt>
    <dgm:pt modelId="{A07FCDDA-5131-4F90-8C5F-5781D81E4906}" type="pres">
      <dgm:prSet presAssocID="{0A604851-0780-400E-9FBC-6A5054607963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0302400-8CFC-4B95-AD36-A18D74E516D0}" type="presOf" srcId="{3AFEFE46-36F7-43B9-8B8A-D9FE94C95794}" destId="{0D26A132-E117-4105-9EF7-D91823BFB718}" srcOrd="0" destOrd="0" presId="urn:microsoft.com/office/officeart/2005/8/layout/vProcess5"/>
    <dgm:cxn modelId="{F1697903-A6B2-46B6-85DA-8CAE623F53B1}" type="presOf" srcId="{D0310829-3BDC-49B4-A850-2D23FE338688}" destId="{A07FCDDA-5131-4F90-8C5F-5781D81E4906}" srcOrd="1" destOrd="0" presId="urn:microsoft.com/office/officeart/2005/8/layout/vProcess5"/>
    <dgm:cxn modelId="{4A88FE0D-218F-4051-BC60-29802D1D079B}" srcId="{0A604851-0780-400E-9FBC-6A5054607963}" destId="{55FF2408-A8E9-4A8B-B28D-8B8A2B12C12D}" srcOrd="1" destOrd="0" parTransId="{FF3E823F-BF7E-406D-970A-27B5E2F78DCE}" sibTransId="{3AFEFE46-36F7-43B9-8B8A-D9FE94C95794}"/>
    <dgm:cxn modelId="{34C4F92A-7394-4F1F-BD5E-54F4F2EBE7DB}" type="presOf" srcId="{57B088B8-EB74-4059-80E9-2C5EEE5C98F7}" destId="{39F287A1-B242-4158-B39C-6FBE9F0C0CC2}" srcOrd="0" destOrd="0" presId="urn:microsoft.com/office/officeart/2005/8/layout/vProcess5"/>
    <dgm:cxn modelId="{6C64E935-EA48-4CB0-AF9D-A7AEAC59869F}" srcId="{0A604851-0780-400E-9FBC-6A5054607963}" destId="{57B088B8-EB74-4059-80E9-2C5EEE5C98F7}" srcOrd="0" destOrd="0" parTransId="{5D9668CD-2C09-4746-A079-092720C7A0F4}" sibTransId="{94070FF8-C068-40F6-971D-884166ACEA0F}"/>
    <dgm:cxn modelId="{8DD6B739-439F-4B3C-8514-4D00BBF2A2A5}" type="presOf" srcId="{94070FF8-C068-40F6-971D-884166ACEA0F}" destId="{A982D548-F831-4D8C-BF06-51E470B133F5}" srcOrd="0" destOrd="0" presId="urn:microsoft.com/office/officeart/2005/8/layout/vProcess5"/>
    <dgm:cxn modelId="{D0CE3347-2FDD-42D9-B43D-57BC4C333C20}" type="presOf" srcId="{0A604851-0780-400E-9FBC-6A5054607963}" destId="{CEA0E94F-4EE8-4B73-8905-01FF52EB5912}" srcOrd="0" destOrd="0" presId="urn:microsoft.com/office/officeart/2005/8/layout/vProcess5"/>
    <dgm:cxn modelId="{337F7389-A064-44A5-A417-4E5E018ED950}" type="presOf" srcId="{57B088B8-EB74-4059-80E9-2C5EEE5C98F7}" destId="{B7132B69-12EF-4006-B691-D5E3F5FAEB79}" srcOrd="1" destOrd="0" presId="urn:microsoft.com/office/officeart/2005/8/layout/vProcess5"/>
    <dgm:cxn modelId="{B42FCDD9-CE10-4401-9A63-7FB6B0D69497}" srcId="{0A604851-0780-400E-9FBC-6A5054607963}" destId="{D0310829-3BDC-49B4-A850-2D23FE338688}" srcOrd="2" destOrd="0" parTransId="{6422F75B-9E8C-43D6-8998-2B9472CD87E2}" sibTransId="{9A9A78B3-B6BF-4B9E-A509-6827036A3375}"/>
    <dgm:cxn modelId="{BA0CCEE8-0F0E-4D78-9F3E-F7A6A5E493E2}" type="presOf" srcId="{55FF2408-A8E9-4A8B-B28D-8B8A2B12C12D}" destId="{CB2E4D63-946D-4F4A-8E7C-377BB31B5B3A}" srcOrd="0" destOrd="0" presId="urn:microsoft.com/office/officeart/2005/8/layout/vProcess5"/>
    <dgm:cxn modelId="{9B5918EF-3AD4-43AD-B79A-6CA24DB51EF1}" type="presOf" srcId="{55FF2408-A8E9-4A8B-B28D-8B8A2B12C12D}" destId="{EF0216C5-3DF4-4E7D-8ADD-C1F9916E1642}" srcOrd="1" destOrd="0" presId="urn:microsoft.com/office/officeart/2005/8/layout/vProcess5"/>
    <dgm:cxn modelId="{DE5561FD-98A9-44E8-B328-CB13925AD77B}" type="presOf" srcId="{D0310829-3BDC-49B4-A850-2D23FE338688}" destId="{893A3C46-4E9A-4021-80F8-4EA62F7A20C3}" srcOrd="0" destOrd="0" presId="urn:microsoft.com/office/officeart/2005/8/layout/vProcess5"/>
    <dgm:cxn modelId="{1C11881D-3755-46C6-A9D3-36C352F2C297}" type="presParOf" srcId="{CEA0E94F-4EE8-4B73-8905-01FF52EB5912}" destId="{CA42AC3B-5043-4214-832C-0422EAF880DD}" srcOrd="0" destOrd="0" presId="urn:microsoft.com/office/officeart/2005/8/layout/vProcess5"/>
    <dgm:cxn modelId="{829DEF35-9111-4544-BA88-A6AB4F18FE8C}" type="presParOf" srcId="{CEA0E94F-4EE8-4B73-8905-01FF52EB5912}" destId="{39F287A1-B242-4158-B39C-6FBE9F0C0CC2}" srcOrd="1" destOrd="0" presId="urn:microsoft.com/office/officeart/2005/8/layout/vProcess5"/>
    <dgm:cxn modelId="{46BA3DBF-6F04-43A8-B5BE-299999931FCB}" type="presParOf" srcId="{CEA0E94F-4EE8-4B73-8905-01FF52EB5912}" destId="{CB2E4D63-946D-4F4A-8E7C-377BB31B5B3A}" srcOrd="2" destOrd="0" presId="urn:microsoft.com/office/officeart/2005/8/layout/vProcess5"/>
    <dgm:cxn modelId="{C87420D5-599C-44ED-A8FE-A633FA2F5D4A}" type="presParOf" srcId="{CEA0E94F-4EE8-4B73-8905-01FF52EB5912}" destId="{893A3C46-4E9A-4021-80F8-4EA62F7A20C3}" srcOrd="3" destOrd="0" presId="urn:microsoft.com/office/officeart/2005/8/layout/vProcess5"/>
    <dgm:cxn modelId="{B1533F81-28FF-466F-AF4D-8A412652D4C8}" type="presParOf" srcId="{CEA0E94F-4EE8-4B73-8905-01FF52EB5912}" destId="{A982D548-F831-4D8C-BF06-51E470B133F5}" srcOrd="4" destOrd="0" presId="urn:microsoft.com/office/officeart/2005/8/layout/vProcess5"/>
    <dgm:cxn modelId="{994EF42D-DA78-4B76-9D19-AFFEC322AB90}" type="presParOf" srcId="{CEA0E94F-4EE8-4B73-8905-01FF52EB5912}" destId="{0D26A132-E117-4105-9EF7-D91823BFB718}" srcOrd="5" destOrd="0" presId="urn:microsoft.com/office/officeart/2005/8/layout/vProcess5"/>
    <dgm:cxn modelId="{681FA3BE-C5C7-4E32-9342-2B7FCD020832}" type="presParOf" srcId="{CEA0E94F-4EE8-4B73-8905-01FF52EB5912}" destId="{B7132B69-12EF-4006-B691-D5E3F5FAEB79}" srcOrd="6" destOrd="0" presId="urn:microsoft.com/office/officeart/2005/8/layout/vProcess5"/>
    <dgm:cxn modelId="{A81DB77B-BFA8-4B04-8F91-16D1F8073FEB}" type="presParOf" srcId="{CEA0E94F-4EE8-4B73-8905-01FF52EB5912}" destId="{EF0216C5-3DF4-4E7D-8ADD-C1F9916E1642}" srcOrd="7" destOrd="0" presId="urn:microsoft.com/office/officeart/2005/8/layout/vProcess5"/>
    <dgm:cxn modelId="{ED4761B6-C0B4-4A47-823E-75F64D5346B9}" type="presParOf" srcId="{CEA0E94F-4EE8-4B73-8905-01FF52EB5912}" destId="{A07FCDDA-5131-4F90-8C5F-5781D81E490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E80E2F2-B25B-43FA-9908-4B2BB36E7A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E0F5F09-B519-4A0B-80E1-786B221EE98C}">
      <dgm:prSet/>
      <dgm:spPr/>
      <dgm:t>
        <a:bodyPr/>
        <a:lstStyle/>
        <a:p>
          <a:r>
            <a:rPr lang="en-US" b="1" i="0" baseline="0"/>
            <a:t>Grid Layout</a:t>
          </a:r>
          <a:r>
            <a:rPr lang="en-US" b="0" i="0" baseline="0"/>
            <a:t>: The calculator uses a 4x4 grid layout for buttons (numbers and operations).</a:t>
          </a:r>
          <a:endParaRPr lang="en-US"/>
        </a:p>
      </dgm:t>
    </dgm:pt>
    <dgm:pt modelId="{26AEB35E-28C8-49C6-BA63-C3DF2964707F}" type="parTrans" cxnId="{2C4C0D8B-506D-4032-80C2-DA8B27101A3A}">
      <dgm:prSet/>
      <dgm:spPr/>
      <dgm:t>
        <a:bodyPr/>
        <a:lstStyle/>
        <a:p>
          <a:endParaRPr lang="en-US"/>
        </a:p>
      </dgm:t>
    </dgm:pt>
    <dgm:pt modelId="{B369A73B-D901-4E28-868E-6D71CA23A212}" type="sibTrans" cxnId="{2C4C0D8B-506D-4032-80C2-DA8B27101A3A}">
      <dgm:prSet/>
      <dgm:spPr/>
      <dgm:t>
        <a:bodyPr/>
        <a:lstStyle/>
        <a:p>
          <a:endParaRPr lang="en-US"/>
        </a:p>
      </dgm:t>
    </dgm:pt>
    <dgm:pt modelId="{A290A6A7-F724-4B1A-8CBC-0A4C95A9D753}">
      <dgm:prSet/>
      <dgm:spPr/>
      <dgm:t>
        <a:bodyPr/>
        <a:lstStyle/>
        <a:p>
          <a:r>
            <a:rPr lang="en-US" b="1" i="0" baseline="0"/>
            <a:t>Real-time Input Display</a:t>
          </a:r>
          <a:r>
            <a:rPr lang="en-US" b="0" i="0" baseline="0"/>
            <a:t>: As the user presses buttons, the input is displayed in the text field.</a:t>
          </a:r>
          <a:endParaRPr lang="en-US"/>
        </a:p>
      </dgm:t>
    </dgm:pt>
    <dgm:pt modelId="{A2DBA1B6-1ABD-49D3-9629-F2F64018F449}" type="parTrans" cxnId="{E2C14078-2C06-486F-884A-4B6D6A3D669D}">
      <dgm:prSet/>
      <dgm:spPr/>
      <dgm:t>
        <a:bodyPr/>
        <a:lstStyle/>
        <a:p>
          <a:endParaRPr lang="en-US"/>
        </a:p>
      </dgm:t>
    </dgm:pt>
    <dgm:pt modelId="{6D9C5EEF-8335-4D7A-A756-B1A70FC9629C}" type="sibTrans" cxnId="{E2C14078-2C06-486F-884A-4B6D6A3D669D}">
      <dgm:prSet/>
      <dgm:spPr/>
      <dgm:t>
        <a:bodyPr/>
        <a:lstStyle/>
        <a:p>
          <a:endParaRPr lang="en-US"/>
        </a:p>
      </dgm:t>
    </dgm:pt>
    <dgm:pt modelId="{08C8A1F2-9ADB-439F-AFBE-8EB5F3EEF55D}">
      <dgm:prSet/>
      <dgm:spPr/>
      <dgm:t>
        <a:bodyPr/>
        <a:lstStyle/>
        <a:p>
          <a:r>
            <a:rPr lang="en-US" b="1" i="0" baseline="0"/>
            <a:t>Simple, Intuitive Design</a:t>
          </a:r>
          <a:r>
            <a:rPr lang="en-US" b="0" i="0" baseline="0"/>
            <a:t>: Easily navigable for performing basic operations. </a:t>
          </a:r>
          <a:endParaRPr lang="en-US"/>
        </a:p>
      </dgm:t>
    </dgm:pt>
    <dgm:pt modelId="{4DC27273-5A00-4CF8-BC04-ED2B4C37C258}" type="parTrans" cxnId="{EAFDFDF5-F89D-4AB6-9CCB-7BCC045EF0B4}">
      <dgm:prSet/>
      <dgm:spPr/>
      <dgm:t>
        <a:bodyPr/>
        <a:lstStyle/>
        <a:p>
          <a:endParaRPr lang="en-US"/>
        </a:p>
      </dgm:t>
    </dgm:pt>
    <dgm:pt modelId="{C5634EAB-33E2-480F-8EE0-DFE4714994E7}" type="sibTrans" cxnId="{EAFDFDF5-F89D-4AB6-9CCB-7BCC045EF0B4}">
      <dgm:prSet/>
      <dgm:spPr/>
      <dgm:t>
        <a:bodyPr/>
        <a:lstStyle/>
        <a:p>
          <a:endParaRPr lang="en-US"/>
        </a:p>
      </dgm:t>
    </dgm:pt>
    <dgm:pt modelId="{C6981EE1-F6F6-4FEB-80F7-E4DEFE1AC886}" type="pres">
      <dgm:prSet presAssocID="{0E80E2F2-B25B-43FA-9908-4B2BB36E7A75}" presName="root" presStyleCnt="0">
        <dgm:presLayoutVars>
          <dgm:dir/>
          <dgm:resizeHandles val="exact"/>
        </dgm:presLayoutVars>
      </dgm:prSet>
      <dgm:spPr/>
    </dgm:pt>
    <dgm:pt modelId="{AB6D2123-0606-4C79-BD29-2CD2DA2BAAE7}" type="pres">
      <dgm:prSet presAssocID="{FE0F5F09-B519-4A0B-80E1-786B221EE98C}" presName="compNode" presStyleCnt="0"/>
      <dgm:spPr/>
    </dgm:pt>
    <dgm:pt modelId="{9BB237C5-FAB0-4384-B8EC-B334AE28B96C}" type="pres">
      <dgm:prSet presAssocID="{FE0F5F09-B519-4A0B-80E1-786B221EE98C}" presName="bgRect" presStyleLbl="bgShp" presStyleIdx="0" presStyleCnt="3"/>
      <dgm:spPr/>
    </dgm:pt>
    <dgm:pt modelId="{C8588642-A315-48A2-B427-3C89D9B8871F}" type="pres">
      <dgm:prSet presAssocID="{FE0F5F09-B519-4A0B-80E1-786B221EE98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855EEFC-059B-4D33-B9ED-4B84716383D9}" type="pres">
      <dgm:prSet presAssocID="{FE0F5F09-B519-4A0B-80E1-786B221EE98C}" presName="spaceRect" presStyleCnt="0"/>
      <dgm:spPr/>
    </dgm:pt>
    <dgm:pt modelId="{213E0A0E-EFBE-4DA2-AA27-81B3B423C25E}" type="pres">
      <dgm:prSet presAssocID="{FE0F5F09-B519-4A0B-80E1-786B221EE98C}" presName="parTx" presStyleLbl="revTx" presStyleIdx="0" presStyleCnt="3">
        <dgm:presLayoutVars>
          <dgm:chMax val="0"/>
          <dgm:chPref val="0"/>
        </dgm:presLayoutVars>
      </dgm:prSet>
      <dgm:spPr/>
    </dgm:pt>
    <dgm:pt modelId="{E50C2433-D7F6-4186-9BB3-BDB85B9F6F84}" type="pres">
      <dgm:prSet presAssocID="{B369A73B-D901-4E28-868E-6D71CA23A212}" presName="sibTrans" presStyleCnt="0"/>
      <dgm:spPr/>
    </dgm:pt>
    <dgm:pt modelId="{FB460831-C056-4151-B9FC-6368AEE4A36E}" type="pres">
      <dgm:prSet presAssocID="{A290A6A7-F724-4B1A-8CBC-0A4C95A9D753}" presName="compNode" presStyleCnt="0"/>
      <dgm:spPr/>
    </dgm:pt>
    <dgm:pt modelId="{B3622CDA-61F0-4263-9FE6-ED985BBA3751}" type="pres">
      <dgm:prSet presAssocID="{A290A6A7-F724-4B1A-8CBC-0A4C95A9D753}" presName="bgRect" presStyleLbl="bgShp" presStyleIdx="1" presStyleCnt="3"/>
      <dgm:spPr/>
    </dgm:pt>
    <dgm:pt modelId="{7EBE110B-9EBE-42E1-98EA-48878DE6EB58}" type="pres">
      <dgm:prSet presAssocID="{A290A6A7-F724-4B1A-8CBC-0A4C95A9D75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0F227A3-0E8C-4B7C-A0F0-FAC4782FE5FA}" type="pres">
      <dgm:prSet presAssocID="{A290A6A7-F724-4B1A-8CBC-0A4C95A9D753}" presName="spaceRect" presStyleCnt="0"/>
      <dgm:spPr/>
    </dgm:pt>
    <dgm:pt modelId="{AB66ECB8-9609-4E49-9E3D-A28745155893}" type="pres">
      <dgm:prSet presAssocID="{A290A6A7-F724-4B1A-8CBC-0A4C95A9D753}" presName="parTx" presStyleLbl="revTx" presStyleIdx="1" presStyleCnt="3">
        <dgm:presLayoutVars>
          <dgm:chMax val="0"/>
          <dgm:chPref val="0"/>
        </dgm:presLayoutVars>
      </dgm:prSet>
      <dgm:spPr/>
    </dgm:pt>
    <dgm:pt modelId="{EC679E61-28CD-4DAA-A45C-994624D8AAEA}" type="pres">
      <dgm:prSet presAssocID="{6D9C5EEF-8335-4D7A-A756-B1A70FC9629C}" presName="sibTrans" presStyleCnt="0"/>
      <dgm:spPr/>
    </dgm:pt>
    <dgm:pt modelId="{5DA76474-725B-48B6-8743-9B6785734D3E}" type="pres">
      <dgm:prSet presAssocID="{08C8A1F2-9ADB-439F-AFBE-8EB5F3EEF55D}" presName="compNode" presStyleCnt="0"/>
      <dgm:spPr/>
    </dgm:pt>
    <dgm:pt modelId="{31859749-E4DA-4B81-85A0-272C6B54E738}" type="pres">
      <dgm:prSet presAssocID="{08C8A1F2-9ADB-439F-AFBE-8EB5F3EEF55D}" presName="bgRect" presStyleLbl="bgShp" presStyleIdx="2" presStyleCnt="3"/>
      <dgm:spPr/>
    </dgm:pt>
    <dgm:pt modelId="{0B5E736C-493B-4B30-92DB-47EE8EFE22E3}" type="pres">
      <dgm:prSet presAssocID="{08C8A1F2-9ADB-439F-AFBE-8EB5F3EEF55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ilboat"/>
        </a:ext>
      </dgm:extLst>
    </dgm:pt>
    <dgm:pt modelId="{B1EE59DD-0771-4CF0-809F-82FC0BC26A73}" type="pres">
      <dgm:prSet presAssocID="{08C8A1F2-9ADB-439F-AFBE-8EB5F3EEF55D}" presName="spaceRect" presStyleCnt="0"/>
      <dgm:spPr/>
    </dgm:pt>
    <dgm:pt modelId="{4B6B16F2-E3B5-46E6-A43D-11364FDAC0C9}" type="pres">
      <dgm:prSet presAssocID="{08C8A1F2-9ADB-439F-AFBE-8EB5F3EEF55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05BAB29-CDB2-43D0-992A-A45CB68B562E}" type="presOf" srcId="{FE0F5F09-B519-4A0B-80E1-786B221EE98C}" destId="{213E0A0E-EFBE-4DA2-AA27-81B3B423C25E}" srcOrd="0" destOrd="0" presId="urn:microsoft.com/office/officeart/2018/2/layout/IconVerticalSolidList"/>
    <dgm:cxn modelId="{8F0E1C68-70C6-40E0-A491-EDDE7594CA6A}" type="presOf" srcId="{A290A6A7-F724-4B1A-8CBC-0A4C95A9D753}" destId="{AB66ECB8-9609-4E49-9E3D-A28745155893}" srcOrd="0" destOrd="0" presId="urn:microsoft.com/office/officeart/2018/2/layout/IconVerticalSolidList"/>
    <dgm:cxn modelId="{E2C14078-2C06-486F-884A-4B6D6A3D669D}" srcId="{0E80E2F2-B25B-43FA-9908-4B2BB36E7A75}" destId="{A290A6A7-F724-4B1A-8CBC-0A4C95A9D753}" srcOrd="1" destOrd="0" parTransId="{A2DBA1B6-1ABD-49D3-9629-F2F64018F449}" sibTransId="{6D9C5EEF-8335-4D7A-A756-B1A70FC9629C}"/>
    <dgm:cxn modelId="{2C4C0D8B-506D-4032-80C2-DA8B27101A3A}" srcId="{0E80E2F2-B25B-43FA-9908-4B2BB36E7A75}" destId="{FE0F5F09-B519-4A0B-80E1-786B221EE98C}" srcOrd="0" destOrd="0" parTransId="{26AEB35E-28C8-49C6-BA63-C3DF2964707F}" sibTransId="{B369A73B-D901-4E28-868E-6D71CA23A212}"/>
    <dgm:cxn modelId="{7602DBC8-15DE-41AF-A6A7-954A473C44DC}" type="presOf" srcId="{0E80E2F2-B25B-43FA-9908-4B2BB36E7A75}" destId="{C6981EE1-F6F6-4FEB-80F7-E4DEFE1AC886}" srcOrd="0" destOrd="0" presId="urn:microsoft.com/office/officeart/2018/2/layout/IconVerticalSolidList"/>
    <dgm:cxn modelId="{891F71DC-F692-4D33-856E-97A348BFDE30}" type="presOf" srcId="{08C8A1F2-9ADB-439F-AFBE-8EB5F3EEF55D}" destId="{4B6B16F2-E3B5-46E6-A43D-11364FDAC0C9}" srcOrd="0" destOrd="0" presId="urn:microsoft.com/office/officeart/2018/2/layout/IconVerticalSolidList"/>
    <dgm:cxn modelId="{EAFDFDF5-F89D-4AB6-9CCB-7BCC045EF0B4}" srcId="{0E80E2F2-B25B-43FA-9908-4B2BB36E7A75}" destId="{08C8A1F2-9ADB-439F-AFBE-8EB5F3EEF55D}" srcOrd="2" destOrd="0" parTransId="{4DC27273-5A00-4CF8-BC04-ED2B4C37C258}" sibTransId="{C5634EAB-33E2-480F-8EE0-DFE4714994E7}"/>
    <dgm:cxn modelId="{F5B85420-2A25-474D-961F-5155D27C2E1A}" type="presParOf" srcId="{C6981EE1-F6F6-4FEB-80F7-E4DEFE1AC886}" destId="{AB6D2123-0606-4C79-BD29-2CD2DA2BAAE7}" srcOrd="0" destOrd="0" presId="urn:microsoft.com/office/officeart/2018/2/layout/IconVerticalSolidList"/>
    <dgm:cxn modelId="{31B49FC3-7F1E-4F21-9AED-84ADBE380407}" type="presParOf" srcId="{AB6D2123-0606-4C79-BD29-2CD2DA2BAAE7}" destId="{9BB237C5-FAB0-4384-B8EC-B334AE28B96C}" srcOrd="0" destOrd="0" presId="urn:microsoft.com/office/officeart/2018/2/layout/IconVerticalSolidList"/>
    <dgm:cxn modelId="{5BA9D006-E02B-443D-A65C-A7C8AE05A085}" type="presParOf" srcId="{AB6D2123-0606-4C79-BD29-2CD2DA2BAAE7}" destId="{C8588642-A315-48A2-B427-3C89D9B8871F}" srcOrd="1" destOrd="0" presId="urn:microsoft.com/office/officeart/2018/2/layout/IconVerticalSolidList"/>
    <dgm:cxn modelId="{387F12F7-D6AD-42CD-96B6-13827CB4C75E}" type="presParOf" srcId="{AB6D2123-0606-4C79-BD29-2CD2DA2BAAE7}" destId="{1855EEFC-059B-4D33-B9ED-4B84716383D9}" srcOrd="2" destOrd="0" presId="urn:microsoft.com/office/officeart/2018/2/layout/IconVerticalSolidList"/>
    <dgm:cxn modelId="{3748E266-625B-40D4-9160-5C77FFA8C014}" type="presParOf" srcId="{AB6D2123-0606-4C79-BD29-2CD2DA2BAAE7}" destId="{213E0A0E-EFBE-4DA2-AA27-81B3B423C25E}" srcOrd="3" destOrd="0" presId="urn:microsoft.com/office/officeart/2018/2/layout/IconVerticalSolidList"/>
    <dgm:cxn modelId="{7187ED85-C7D9-4802-AD4B-61F810B95D90}" type="presParOf" srcId="{C6981EE1-F6F6-4FEB-80F7-E4DEFE1AC886}" destId="{E50C2433-D7F6-4186-9BB3-BDB85B9F6F84}" srcOrd="1" destOrd="0" presId="urn:microsoft.com/office/officeart/2018/2/layout/IconVerticalSolidList"/>
    <dgm:cxn modelId="{D006CA98-5393-4E4E-9147-6B0D2A52AEB8}" type="presParOf" srcId="{C6981EE1-F6F6-4FEB-80F7-E4DEFE1AC886}" destId="{FB460831-C056-4151-B9FC-6368AEE4A36E}" srcOrd="2" destOrd="0" presId="urn:microsoft.com/office/officeart/2018/2/layout/IconVerticalSolidList"/>
    <dgm:cxn modelId="{15493214-8B5B-4725-8B94-914B741DBF0C}" type="presParOf" srcId="{FB460831-C056-4151-B9FC-6368AEE4A36E}" destId="{B3622CDA-61F0-4263-9FE6-ED985BBA3751}" srcOrd="0" destOrd="0" presId="urn:microsoft.com/office/officeart/2018/2/layout/IconVerticalSolidList"/>
    <dgm:cxn modelId="{7C8FD010-9CB7-4E64-9A2B-4B880268C6F1}" type="presParOf" srcId="{FB460831-C056-4151-B9FC-6368AEE4A36E}" destId="{7EBE110B-9EBE-42E1-98EA-48878DE6EB58}" srcOrd="1" destOrd="0" presId="urn:microsoft.com/office/officeart/2018/2/layout/IconVerticalSolidList"/>
    <dgm:cxn modelId="{D80C2F3D-0684-4DAF-9266-57D12210CCCA}" type="presParOf" srcId="{FB460831-C056-4151-B9FC-6368AEE4A36E}" destId="{40F227A3-0E8C-4B7C-A0F0-FAC4782FE5FA}" srcOrd="2" destOrd="0" presId="urn:microsoft.com/office/officeart/2018/2/layout/IconVerticalSolidList"/>
    <dgm:cxn modelId="{DBCB0026-1D3A-4A3E-ABC2-48C0186CD48F}" type="presParOf" srcId="{FB460831-C056-4151-B9FC-6368AEE4A36E}" destId="{AB66ECB8-9609-4E49-9E3D-A28745155893}" srcOrd="3" destOrd="0" presId="urn:microsoft.com/office/officeart/2018/2/layout/IconVerticalSolidList"/>
    <dgm:cxn modelId="{169D2292-8A47-4303-BA10-1E9A7B168EA8}" type="presParOf" srcId="{C6981EE1-F6F6-4FEB-80F7-E4DEFE1AC886}" destId="{EC679E61-28CD-4DAA-A45C-994624D8AAEA}" srcOrd="3" destOrd="0" presId="urn:microsoft.com/office/officeart/2018/2/layout/IconVerticalSolidList"/>
    <dgm:cxn modelId="{6AE38621-E98D-4028-99E2-CD35EC8B6AA8}" type="presParOf" srcId="{C6981EE1-F6F6-4FEB-80F7-E4DEFE1AC886}" destId="{5DA76474-725B-48B6-8743-9B6785734D3E}" srcOrd="4" destOrd="0" presId="urn:microsoft.com/office/officeart/2018/2/layout/IconVerticalSolidList"/>
    <dgm:cxn modelId="{674D62AC-39AB-49D8-8BB9-EA029212D79A}" type="presParOf" srcId="{5DA76474-725B-48B6-8743-9B6785734D3E}" destId="{31859749-E4DA-4B81-85A0-272C6B54E738}" srcOrd="0" destOrd="0" presId="urn:microsoft.com/office/officeart/2018/2/layout/IconVerticalSolidList"/>
    <dgm:cxn modelId="{2F0AB774-5438-4B1C-B475-49609A4FB6F5}" type="presParOf" srcId="{5DA76474-725B-48B6-8743-9B6785734D3E}" destId="{0B5E736C-493B-4B30-92DB-47EE8EFE22E3}" srcOrd="1" destOrd="0" presId="urn:microsoft.com/office/officeart/2018/2/layout/IconVerticalSolidList"/>
    <dgm:cxn modelId="{295170A1-8386-4312-899A-08CB646227D1}" type="presParOf" srcId="{5DA76474-725B-48B6-8743-9B6785734D3E}" destId="{B1EE59DD-0771-4CF0-809F-82FC0BC26A73}" srcOrd="2" destOrd="0" presId="urn:microsoft.com/office/officeart/2018/2/layout/IconVerticalSolidList"/>
    <dgm:cxn modelId="{EEB23218-738B-4322-AD6A-9DC38ADE3E7B}" type="presParOf" srcId="{5DA76474-725B-48B6-8743-9B6785734D3E}" destId="{4B6B16F2-E3B5-46E6-A43D-11364FDAC0C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D9C72B6-446D-49BF-96D6-5142D5305028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0AEEA1-3820-4780-B809-50259A959571}">
      <dgm:prSet/>
      <dgm:spPr/>
      <dgm:t>
        <a:bodyPr/>
        <a:lstStyle/>
        <a:p>
          <a:r>
            <a:rPr lang="en-US" b="1" i="0" baseline="0"/>
            <a:t>Supported Operations</a:t>
          </a:r>
          <a:r>
            <a:rPr lang="en-US" b="0" i="0" baseline="0"/>
            <a:t>:</a:t>
          </a:r>
          <a:endParaRPr lang="en-US"/>
        </a:p>
      </dgm:t>
    </dgm:pt>
    <dgm:pt modelId="{69FFF933-3C60-4D39-B753-791CDDFD226C}" type="parTrans" cxnId="{6894735E-1196-4189-B906-AF44F9692771}">
      <dgm:prSet/>
      <dgm:spPr/>
      <dgm:t>
        <a:bodyPr/>
        <a:lstStyle/>
        <a:p>
          <a:endParaRPr lang="en-US"/>
        </a:p>
      </dgm:t>
    </dgm:pt>
    <dgm:pt modelId="{374F7940-E511-4214-AB1F-C92A013FF6EC}" type="sibTrans" cxnId="{6894735E-1196-4189-B906-AF44F9692771}">
      <dgm:prSet/>
      <dgm:spPr/>
      <dgm:t>
        <a:bodyPr/>
        <a:lstStyle/>
        <a:p>
          <a:endParaRPr lang="en-US"/>
        </a:p>
      </dgm:t>
    </dgm:pt>
    <dgm:pt modelId="{397ECBDF-4017-4F73-902B-CACA2A312146}">
      <dgm:prSet/>
      <dgm:spPr/>
      <dgm:t>
        <a:bodyPr/>
        <a:lstStyle/>
        <a:p>
          <a:r>
            <a:rPr lang="en-US" b="0" i="0" baseline="0"/>
            <a:t>Addition</a:t>
          </a:r>
          <a:endParaRPr lang="en-US"/>
        </a:p>
      </dgm:t>
    </dgm:pt>
    <dgm:pt modelId="{D6BFE565-7190-4A26-8565-67F2F7EAA602}" type="parTrans" cxnId="{207A0AEB-A4C2-4B16-8949-B2EC0567ED2A}">
      <dgm:prSet/>
      <dgm:spPr/>
      <dgm:t>
        <a:bodyPr/>
        <a:lstStyle/>
        <a:p>
          <a:endParaRPr lang="en-US"/>
        </a:p>
      </dgm:t>
    </dgm:pt>
    <dgm:pt modelId="{418B6AEC-53A8-48D0-B3AC-5163187C66BA}" type="sibTrans" cxnId="{207A0AEB-A4C2-4B16-8949-B2EC0567ED2A}">
      <dgm:prSet/>
      <dgm:spPr/>
      <dgm:t>
        <a:bodyPr/>
        <a:lstStyle/>
        <a:p>
          <a:endParaRPr lang="en-US"/>
        </a:p>
      </dgm:t>
    </dgm:pt>
    <dgm:pt modelId="{CE90A616-63DA-40F0-9621-4D502880B141}">
      <dgm:prSet/>
      <dgm:spPr/>
      <dgm:t>
        <a:bodyPr/>
        <a:lstStyle/>
        <a:p>
          <a:r>
            <a:rPr lang="en-US" b="0" i="0" baseline="0"/>
            <a:t>Subtraction</a:t>
          </a:r>
          <a:endParaRPr lang="en-US"/>
        </a:p>
      </dgm:t>
    </dgm:pt>
    <dgm:pt modelId="{C9D59443-A5B0-4FA3-88C6-B66392259CB8}" type="parTrans" cxnId="{44DE9BF7-D960-4715-82AB-5AAB0E206A2E}">
      <dgm:prSet/>
      <dgm:spPr/>
      <dgm:t>
        <a:bodyPr/>
        <a:lstStyle/>
        <a:p>
          <a:endParaRPr lang="en-US"/>
        </a:p>
      </dgm:t>
    </dgm:pt>
    <dgm:pt modelId="{B670110E-CC3E-456A-8E8E-8D8057A06298}" type="sibTrans" cxnId="{44DE9BF7-D960-4715-82AB-5AAB0E206A2E}">
      <dgm:prSet/>
      <dgm:spPr/>
      <dgm:t>
        <a:bodyPr/>
        <a:lstStyle/>
        <a:p>
          <a:endParaRPr lang="en-US"/>
        </a:p>
      </dgm:t>
    </dgm:pt>
    <dgm:pt modelId="{0B73FCB2-AB10-4097-A6D5-D45877EE712D}">
      <dgm:prSet/>
      <dgm:spPr/>
      <dgm:t>
        <a:bodyPr/>
        <a:lstStyle/>
        <a:p>
          <a:r>
            <a:rPr lang="en-US" b="0" i="0" baseline="0"/>
            <a:t>Multiplication</a:t>
          </a:r>
          <a:endParaRPr lang="en-US"/>
        </a:p>
      </dgm:t>
    </dgm:pt>
    <dgm:pt modelId="{F74453BF-6ACE-43B3-9398-AFE75732C689}" type="parTrans" cxnId="{38404BBA-A365-48CA-BFD9-28B8357000DA}">
      <dgm:prSet/>
      <dgm:spPr/>
      <dgm:t>
        <a:bodyPr/>
        <a:lstStyle/>
        <a:p>
          <a:endParaRPr lang="en-US"/>
        </a:p>
      </dgm:t>
    </dgm:pt>
    <dgm:pt modelId="{1C307EB2-641E-4B6A-9E19-67DFDB798B53}" type="sibTrans" cxnId="{38404BBA-A365-48CA-BFD9-28B8357000DA}">
      <dgm:prSet/>
      <dgm:spPr/>
      <dgm:t>
        <a:bodyPr/>
        <a:lstStyle/>
        <a:p>
          <a:endParaRPr lang="en-US"/>
        </a:p>
      </dgm:t>
    </dgm:pt>
    <dgm:pt modelId="{FBD5EE57-F5E8-417F-BBFE-7AEE6D773E8E}">
      <dgm:prSet/>
      <dgm:spPr/>
      <dgm:t>
        <a:bodyPr/>
        <a:lstStyle/>
        <a:p>
          <a:r>
            <a:rPr lang="en-US" b="0" i="0" baseline="0"/>
            <a:t>Division</a:t>
          </a:r>
          <a:endParaRPr lang="en-US"/>
        </a:p>
      </dgm:t>
    </dgm:pt>
    <dgm:pt modelId="{DC2BBC03-1BF6-4560-8F0F-969E83E0BFA2}" type="parTrans" cxnId="{081386B2-35F0-445D-96B4-7A8686B28121}">
      <dgm:prSet/>
      <dgm:spPr/>
      <dgm:t>
        <a:bodyPr/>
        <a:lstStyle/>
        <a:p>
          <a:endParaRPr lang="en-US"/>
        </a:p>
      </dgm:t>
    </dgm:pt>
    <dgm:pt modelId="{2317569E-1503-4431-BB1E-75510DBEFE4C}" type="sibTrans" cxnId="{081386B2-35F0-445D-96B4-7A8686B28121}">
      <dgm:prSet/>
      <dgm:spPr/>
      <dgm:t>
        <a:bodyPr/>
        <a:lstStyle/>
        <a:p>
          <a:endParaRPr lang="en-US"/>
        </a:p>
      </dgm:t>
    </dgm:pt>
    <dgm:pt modelId="{BAE3CB82-57B2-45AD-A7C6-3000AE8975FB}">
      <dgm:prSet/>
      <dgm:spPr/>
      <dgm:t>
        <a:bodyPr/>
        <a:lstStyle/>
        <a:p>
          <a:r>
            <a:rPr lang="en-US" b="1" i="0" baseline="0"/>
            <a:t>Flow</a:t>
          </a:r>
          <a:r>
            <a:rPr lang="en-US" b="0" i="0" baseline="0"/>
            <a:t>:</a:t>
          </a:r>
          <a:endParaRPr lang="en-US"/>
        </a:p>
      </dgm:t>
    </dgm:pt>
    <dgm:pt modelId="{6A42C9E1-DA9E-433C-B0EA-014C30D44F04}" type="parTrans" cxnId="{7BC7277E-4C77-47A3-A911-BFBA9030CF64}">
      <dgm:prSet/>
      <dgm:spPr/>
      <dgm:t>
        <a:bodyPr/>
        <a:lstStyle/>
        <a:p>
          <a:endParaRPr lang="en-US"/>
        </a:p>
      </dgm:t>
    </dgm:pt>
    <dgm:pt modelId="{454FA9AB-A22A-4247-9969-2E5873BAF10A}" type="sibTrans" cxnId="{7BC7277E-4C77-47A3-A911-BFBA9030CF64}">
      <dgm:prSet/>
      <dgm:spPr/>
      <dgm:t>
        <a:bodyPr/>
        <a:lstStyle/>
        <a:p>
          <a:endParaRPr lang="en-US"/>
        </a:p>
      </dgm:t>
    </dgm:pt>
    <dgm:pt modelId="{34F4A276-AE9D-4B8B-9D2B-18D0A33F1583}">
      <dgm:prSet/>
      <dgm:spPr/>
      <dgm:t>
        <a:bodyPr/>
        <a:lstStyle/>
        <a:p>
          <a:r>
            <a:rPr lang="en-US" b="0" i="0" baseline="0"/>
            <a:t>User enters the first number.</a:t>
          </a:r>
          <a:endParaRPr lang="en-US"/>
        </a:p>
      </dgm:t>
    </dgm:pt>
    <dgm:pt modelId="{BC112122-0692-4226-B4FC-9016EE00C032}" type="parTrans" cxnId="{BB998AFD-66D2-461F-A83A-006D28121AB0}">
      <dgm:prSet/>
      <dgm:spPr/>
      <dgm:t>
        <a:bodyPr/>
        <a:lstStyle/>
        <a:p>
          <a:endParaRPr lang="en-US"/>
        </a:p>
      </dgm:t>
    </dgm:pt>
    <dgm:pt modelId="{078F05EA-EC6F-4C74-8C94-B27804806E91}" type="sibTrans" cxnId="{BB998AFD-66D2-461F-A83A-006D28121AB0}">
      <dgm:prSet/>
      <dgm:spPr/>
      <dgm:t>
        <a:bodyPr/>
        <a:lstStyle/>
        <a:p>
          <a:endParaRPr lang="en-US"/>
        </a:p>
      </dgm:t>
    </dgm:pt>
    <dgm:pt modelId="{FDE973E9-B6DB-4BDD-8E19-AA7A7A9EF773}">
      <dgm:prSet/>
      <dgm:spPr/>
      <dgm:t>
        <a:bodyPr/>
        <a:lstStyle/>
        <a:p>
          <a:r>
            <a:rPr lang="en-US" b="0" i="0" baseline="0"/>
            <a:t>Selects the operator.</a:t>
          </a:r>
          <a:endParaRPr lang="en-US"/>
        </a:p>
      </dgm:t>
    </dgm:pt>
    <dgm:pt modelId="{539A4DAB-200E-44AF-B30D-5845202EB6EE}" type="parTrans" cxnId="{297E4C2B-2BE6-4C33-8D41-F1D365F09D48}">
      <dgm:prSet/>
      <dgm:spPr/>
      <dgm:t>
        <a:bodyPr/>
        <a:lstStyle/>
        <a:p>
          <a:endParaRPr lang="en-US"/>
        </a:p>
      </dgm:t>
    </dgm:pt>
    <dgm:pt modelId="{6E971BBD-BF1D-4F67-BE54-D0D359CBBA83}" type="sibTrans" cxnId="{297E4C2B-2BE6-4C33-8D41-F1D365F09D48}">
      <dgm:prSet/>
      <dgm:spPr/>
      <dgm:t>
        <a:bodyPr/>
        <a:lstStyle/>
        <a:p>
          <a:endParaRPr lang="en-US"/>
        </a:p>
      </dgm:t>
    </dgm:pt>
    <dgm:pt modelId="{7BF41DCE-E353-48DF-8724-9C5D7B90B92D}">
      <dgm:prSet/>
      <dgm:spPr/>
      <dgm:t>
        <a:bodyPr/>
        <a:lstStyle/>
        <a:p>
          <a:r>
            <a:rPr lang="en-US" b="0" i="0" baseline="0"/>
            <a:t>Enters the second number.</a:t>
          </a:r>
          <a:endParaRPr lang="en-US"/>
        </a:p>
      </dgm:t>
    </dgm:pt>
    <dgm:pt modelId="{7FF6FFD3-A674-42BA-AA72-45A978169184}" type="parTrans" cxnId="{A80E7445-34EB-48EB-9FF6-B909223A8DB9}">
      <dgm:prSet/>
      <dgm:spPr/>
      <dgm:t>
        <a:bodyPr/>
        <a:lstStyle/>
        <a:p>
          <a:endParaRPr lang="en-US"/>
        </a:p>
      </dgm:t>
    </dgm:pt>
    <dgm:pt modelId="{12FBD3FB-D555-4051-A91A-C877FF83CC8C}" type="sibTrans" cxnId="{A80E7445-34EB-48EB-9FF6-B909223A8DB9}">
      <dgm:prSet/>
      <dgm:spPr/>
      <dgm:t>
        <a:bodyPr/>
        <a:lstStyle/>
        <a:p>
          <a:endParaRPr lang="en-US"/>
        </a:p>
      </dgm:t>
    </dgm:pt>
    <dgm:pt modelId="{4611BA4E-E27E-4416-BC9A-8A768FF33CE2}">
      <dgm:prSet/>
      <dgm:spPr/>
      <dgm:t>
        <a:bodyPr/>
        <a:lstStyle/>
        <a:p>
          <a:r>
            <a:rPr lang="en-US" b="0" i="0" baseline="0"/>
            <a:t>Presses = to view the result.</a:t>
          </a:r>
          <a:endParaRPr lang="en-US"/>
        </a:p>
      </dgm:t>
    </dgm:pt>
    <dgm:pt modelId="{6E9134A2-7C08-4600-B57A-96AEC3478548}" type="parTrans" cxnId="{2AED83AD-96F1-4966-990B-C9E991BF2F17}">
      <dgm:prSet/>
      <dgm:spPr/>
      <dgm:t>
        <a:bodyPr/>
        <a:lstStyle/>
        <a:p>
          <a:endParaRPr lang="en-US"/>
        </a:p>
      </dgm:t>
    </dgm:pt>
    <dgm:pt modelId="{1E491E4D-501D-4A7A-9E78-6CC941111100}" type="sibTrans" cxnId="{2AED83AD-96F1-4966-990B-C9E991BF2F17}">
      <dgm:prSet/>
      <dgm:spPr/>
      <dgm:t>
        <a:bodyPr/>
        <a:lstStyle/>
        <a:p>
          <a:endParaRPr lang="en-US"/>
        </a:p>
      </dgm:t>
    </dgm:pt>
    <dgm:pt modelId="{47D61E89-4D81-4797-A985-60CFF9265637}" type="pres">
      <dgm:prSet presAssocID="{6D9C72B6-446D-49BF-96D6-5142D5305028}" presName="Name0" presStyleCnt="0">
        <dgm:presLayoutVars>
          <dgm:dir/>
          <dgm:resizeHandles val="exact"/>
        </dgm:presLayoutVars>
      </dgm:prSet>
      <dgm:spPr/>
    </dgm:pt>
    <dgm:pt modelId="{38A831B7-A5E9-4D32-8B56-0971BC58F644}" type="pres">
      <dgm:prSet presAssocID="{6D9C72B6-446D-49BF-96D6-5142D5305028}" presName="cycle" presStyleCnt="0"/>
      <dgm:spPr/>
    </dgm:pt>
    <dgm:pt modelId="{8A0A247E-A5A1-411F-A9E4-73EB433ACD93}" type="pres">
      <dgm:prSet presAssocID="{5A0AEEA1-3820-4780-B809-50259A959571}" presName="nodeFirstNode" presStyleLbl="node1" presStyleIdx="0" presStyleCnt="10">
        <dgm:presLayoutVars>
          <dgm:bulletEnabled val="1"/>
        </dgm:presLayoutVars>
      </dgm:prSet>
      <dgm:spPr/>
    </dgm:pt>
    <dgm:pt modelId="{C8DEFB86-8F06-4559-98DF-40D47ABF7788}" type="pres">
      <dgm:prSet presAssocID="{374F7940-E511-4214-AB1F-C92A013FF6EC}" presName="sibTransFirstNode" presStyleLbl="bgShp" presStyleIdx="0" presStyleCnt="1"/>
      <dgm:spPr/>
    </dgm:pt>
    <dgm:pt modelId="{11802227-A806-4748-9395-B20BDDA0A1C8}" type="pres">
      <dgm:prSet presAssocID="{397ECBDF-4017-4F73-902B-CACA2A312146}" presName="nodeFollowingNodes" presStyleLbl="node1" presStyleIdx="1" presStyleCnt="10">
        <dgm:presLayoutVars>
          <dgm:bulletEnabled val="1"/>
        </dgm:presLayoutVars>
      </dgm:prSet>
      <dgm:spPr/>
    </dgm:pt>
    <dgm:pt modelId="{777C59A5-B94D-4EA1-9F99-0AD2E359E9E2}" type="pres">
      <dgm:prSet presAssocID="{CE90A616-63DA-40F0-9621-4D502880B141}" presName="nodeFollowingNodes" presStyleLbl="node1" presStyleIdx="2" presStyleCnt="10">
        <dgm:presLayoutVars>
          <dgm:bulletEnabled val="1"/>
        </dgm:presLayoutVars>
      </dgm:prSet>
      <dgm:spPr/>
    </dgm:pt>
    <dgm:pt modelId="{248A4F3C-030B-49D2-BDDB-7E159E8768AA}" type="pres">
      <dgm:prSet presAssocID="{0B73FCB2-AB10-4097-A6D5-D45877EE712D}" presName="nodeFollowingNodes" presStyleLbl="node1" presStyleIdx="3" presStyleCnt="10">
        <dgm:presLayoutVars>
          <dgm:bulletEnabled val="1"/>
        </dgm:presLayoutVars>
      </dgm:prSet>
      <dgm:spPr/>
    </dgm:pt>
    <dgm:pt modelId="{DC84C38E-6453-4BCE-BFE1-0B750E0432FD}" type="pres">
      <dgm:prSet presAssocID="{FBD5EE57-F5E8-417F-BBFE-7AEE6D773E8E}" presName="nodeFollowingNodes" presStyleLbl="node1" presStyleIdx="4" presStyleCnt="10">
        <dgm:presLayoutVars>
          <dgm:bulletEnabled val="1"/>
        </dgm:presLayoutVars>
      </dgm:prSet>
      <dgm:spPr/>
    </dgm:pt>
    <dgm:pt modelId="{20E48AC6-D162-4103-9DD3-8E2DE294B0C7}" type="pres">
      <dgm:prSet presAssocID="{BAE3CB82-57B2-45AD-A7C6-3000AE8975FB}" presName="nodeFollowingNodes" presStyleLbl="node1" presStyleIdx="5" presStyleCnt="10">
        <dgm:presLayoutVars>
          <dgm:bulletEnabled val="1"/>
        </dgm:presLayoutVars>
      </dgm:prSet>
      <dgm:spPr/>
    </dgm:pt>
    <dgm:pt modelId="{538879FB-7B9A-4BD7-856E-FADC9574F1E5}" type="pres">
      <dgm:prSet presAssocID="{34F4A276-AE9D-4B8B-9D2B-18D0A33F1583}" presName="nodeFollowingNodes" presStyleLbl="node1" presStyleIdx="6" presStyleCnt="10">
        <dgm:presLayoutVars>
          <dgm:bulletEnabled val="1"/>
        </dgm:presLayoutVars>
      </dgm:prSet>
      <dgm:spPr/>
    </dgm:pt>
    <dgm:pt modelId="{5CF0CDF6-E6E8-499D-94CD-8049AA6FDFBD}" type="pres">
      <dgm:prSet presAssocID="{FDE973E9-B6DB-4BDD-8E19-AA7A7A9EF773}" presName="nodeFollowingNodes" presStyleLbl="node1" presStyleIdx="7" presStyleCnt="10">
        <dgm:presLayoutVars>
          <dgm:bulletEnabled val="1"/>
        </dgm:presLayoutVars>
      </dgm:prSet>
      <dgm:spPr/>
    </dgm:pt>
    <dgm:pt modelId="{C101956A-AECF-4436-A2CC-90BDADBDE21C}" type="pres">
      <dgm:prSet presAssocID="{7BF41DCE-E353-48DF-8724-9C5D7B90B92D}" presName="nodeFollowingNodes" presStyleLbl="node1" presStyleIdx="8" presStyleCnt="10">
        <dgm:presLayoutVars>
          <dgm:bulletEnabled val="1"/>
        </dgm:presLayoutVars>
      </dgm:prSet>
      <dgm:spPr/>
    </dgm:pt>
    <dgm:pt modelId="{A7B79A88-E9C0-4FB8-91EE-78E9027ED2B0}" type="pres">
      <dgm:prSet presAssocID="{4611BA4E-E27E-4416-BC9A-8A768FF33CE2}" presName="nodeFollowingNodes" presStyleLbl="node1" presStyleIdx="9" presStyleCnt="10">
        <dgm:presLayoutVars>
          <dgm:bulletEnabled val="1"/>
        </dgm:presLayoutVars>
      </dgm:prSet>
      <dgm:spPr/>
    </dgm:pt>
  </dgm:ptLst>
  <dgm:cxnLst>
    <dgm:cxn modelId="{BF056204-681A-4FC2-8863-594A8E6F4565}" type="presOf" srcId="{34F4A276-AE9D-4B8B-9D2B-18D0A33F1583}" destId="{538879FB-7B9A-4BD7-856E-FADC9574F1E5}" srcOrd="0" destOrd="0" presId="urn:microsoft.com/office/officeart/2005/8/layout/cycle3"/>
    <dgm:cxn modelId="{7D11761E-869E-49DE-81D5-1EF4ABB30007}" type="presOf" srcId="{374F7940-E511-4214-AB1F-C92A013FF6EC}" destId="{C8DEFB86-8F06-4559-98DF-40D47ABF7788}" srcOrd="0" destOrd="0" presId="urn:microsoft.com/office/officeart/2005/8/layout/cycle3"/>
    <dgm:cxn modelId="{297E4C2B-2BE6-4C33-8D41-F1D365F09D48}" srcId="{6D9C72B6-446D-49BF-96D6-5142D5305028}" destId="{FDE973E9-B6DB-4BDD-8E19-AA7A7A9EF773}" srcOrd="7" destOrd="0" parTransId="{539A4DAB-200E-44AF-B30D-5845202EB6EE}" sibTransId="{6E971BBD-BF1D-4F67-BE54-D0D359CBBA83}"/>
    <dgm:cxn modelId="{C6EB8534-0836-4392-9C3F-A2784745E789}" type="presOf" srcId="{FBD5EE57-F5E8-417F-BBFE-7AEE6D773E8E}" destId="{DC84C38E-6453-4BCE-BFE1-0B750E0432FD}" srcOrd="0" destOrd="0" presId="urn:microsoft.com/office/officeart/2005/8/layout/cycle3"/>
    <dgm:cxn modelId="{2750CA35-6004-4756-8601-080D7885A72C}" type="presOf" srcId="{FDE973E9-B6DB-4BDD-8E19-AA7A7A9EF773}" destId="{5CF0CDF6-E6E8-499D-94CD-8049AA6FDFBD}" srcOrd="0" destOrd="0" presId="urn:microsoft.com/office/officeart/2005/8/layout/cycle3"/>
    <dgm:cxn modelId="{6894735E-1196-4189-B906-AF44F9692771}" srcId="{6D9C72B6-446D-49BF-96D6-5142D5305028}" destId="{5A0AEEA1-3820-4780-B809-50259A959571}" srcOrd="0" destOrd="0" parTransId="{69FFF933-3C60-4D39-B753-791CDDFD226C}" sibTransId="{374F7940-E511-4214-AB1F-C92A013FF6EC}"/>
    <dgm:cxn modelId="{7A595065-2CE8-4972-AD2A-7C56D1844D77}" type="presOf" srcId="{BAE3CB82-57B2-45AD-A7C6-3000AE8975FB}" destId="{20E48AC6-D162-4103-9DD3-8E2DE294B0C7}" srcOrd="0" destOrd="0" presId="urn:microsoft.com/office/officeart/2005/8/layout/cycle3"/>
    <dgm:cxn modelId="{A80E7445-34EB-48EB-9FF6-B909223A8DB9}" srcId="{6D9C72B6-446D-49BF-96D6-5142D5305028}" destId="{7BF41DCE-E353-48DF-8724-9C5D7B90B92D}" srcOrd="8" destOrd="0" parTransId="{7FF6FFD3-A674-42BA-AA72-45A978169184}" sibTransId="{12FBD3FB-D555-4051-A91A-C877FF83CC8C}"/>
    <dgm:cxn modelId="{2A6E884B-2502-4683-AEEA-22141144EC2E}" type="presOf" srcId="{397ECBDF-4017-4F73-902B-CACA2A312146}" destId="{11802227-A806-4748-9395-B20BDDA0A1C8}" srcOrd="0" destOrd="0" presId="urn:microsoft.com/office/officeart/2005/8/layout/cycle3"/>
    <dgm:cxn modelId="{7736644D-C932-47A5-8A05-58244624FA61}" type="presOf" srcId="{4611BA4E-E27E-4416-BC9A-8A768FF33CE2}" destId="{A7B79A88-E9C0-4FB8-91EE-78E9027ED2B0}" srcOrd="0" destOrd="0" presId="urn:microsoft.com/office/officeart/2005/8/layout/cycle3"/>
    <dgm:cxn modelId="{7BC7277E-4C77-47A3-A911-BFBA9030CF64}" srcId="{6D9C72B6-446D-49BF-96D6-5142D5305028}" destId="{BAE3CB82-57B2-45AD-A7C6-3000AE8975FB}" srcOrd="5" destOrd="0" parTransId="{6A42C9E1-DA9E-433C-B0EA-014C30D44F04}" sibTransId="{454FA9AB-A22A-4247-9969-2E5873BAF10A}"/>
    <dgm:cxn modelId="{6C9BE8AC-0E08-4D39-84C4-C2916BAC821C}" type="presOf" srcId="{6D9C72B6-446D-49BF-96D6-5142D5305028}" destId="{47D61E89-4D81-4797-A985-60CFF9265637}" srcOrd="0" destOrd="0" presId="urn:microsoft.com/office/officeart/2005/8/layout/cycle3"/>
    <dgm:cxn modelId="{2AED83AD-96F1-4966-990B-C9E991BF2F17}" srcId="{6D9C72B6-446D-49BF-96D6-5142D5305028}" destId="{4611BA4E-E27E-4416-BC9A-8A768FF33CE2}" srcOrd="9" destOrd="0" parTransId="{6E9134A2-7C08-4600-B57A-96AEC3478548}" sibTransId="{1E491E4D-501D-4A7A-9E78-6CC941111100}"/>
    <dgm:cxn modelId="{081386B2-35F0-445D-96B4-7A8686B28121}" srcId="{6D9C72B6-446D-49BF-96D6-5142D5305028}" destId="{FBD5EE57-F5E8-417F-BBFE-7AEE6D773E8E}" srcOrd="4" destOrd="0" parTransId="{DC2BBC03-1BF6-4560-8F0F-969E83E0BFA2}" sibTransId="{2317569E-1503-4431-BB1E-75510DBEFE4C}"/>
    <dgm:cxn modelId="{38404BBA-A365-48CA-BFD9-28B8357000DA}" srcId="{6D9C72B6-446D-49BF-96D6-5142D5305028}" destId="{0B73FCB2-AB10-4097-A6D5-D45877EE712D}" srcOrd="3" destOrd="0" parTransId="{F74453BF-6ACE-43B3-9398-AFE75732C689}" sibTransId="{1C307EB2-641E-4B6A-9E19-67DFDB798B53}"/>
    <dgm:cxn modelId="{B794A2BC-C69E-4F4F-B28A-DC315DD248A1}" type="presOf" srcId="{7BF41DCE-E353-48DF-8724-9C5D7B90B92D}" destId="{C101956A-AECF-4436-A2CC-90BDADBDE21C}" srcOrd="0" destOrd="0" presId="urn:microsoft.com/office/officeart/2005/8/layout/cycle3"/>
    <dgm:cxn modelId="{13E3AEC7-53C1-45D0-AB63-7C2D1793B4BA}" type="presOf" srcId="{0B73FCB2-AB10-4097-A6D5-D45877EE712D}" destId="{248A4F3C-030B-49D2-BDDB-7E159E8768AA}" srcOrd="0" destOrd="0" presId="urn:microsoft.com/office/officeart/2005/8/layout/cycle3"/>
    <dgm:cxn modelId="{585557E3-7E5B-4337-801A-124FC6FF32F4}" type="presOf" srcId="{CE90A616-63DA-40F0-9621-4D502880B141}" destId="{777C59A5-B94D-4EA1-9F99-0AD2E359E9E2}" srcOrd="0" destOrd="0" presId="urn:microsoft.com/office/officeart/2005/8/layout/cycle3"/>
    <dgm:cxn modelId="{296CAEE4-A9E3-49E0-A097-96C6AEC9B29F}" type="presOf" srcId="{5A0AEEA1-3820-4780-B809-50259A959571}" destId="{8A0A247E-A5A1-411F-A9E4-73EB433ACD93}" srcOrd="0" destOrd="0" presId="urn:microsoft.com/office/officeart/2005/8/layout/cycle3"/>
    <dgm:cxn modelId="{207A0AEB-A4C2-4B16-8949-B2EC0567ED2A}" srcId="{6D9C72B6-446D-49BF-96D6-5142D5305028}" destId="{397ECBDF-4017-4F73-902B-CACA2A312146}" srcOrd="1" destOrd="0" parTransId="{D6BFE565-7190-4A26-8565-67F2F7EAA602}" sibTransId="{418B6AEC-53A8-48D0-B3AC-5163187C66BA}"/>
    <dgm:cxn modelId="{44DE9BF7-D960-4715-82AB-5AAB0E206A2E}" srcId="{6D9C72B6-446D-49BF-96D6-5142D5305028}" destId="{CE90A616-63DA-40F0-9621-4D502880B141}" srcOrd="2" destOrd="0" parTransId="{C9D59443-A5B0-4FA3-88C6-B66392259CB8}" sibTransId="{B670110E-CC3E-456A-8E8E-8D8057A06298}"/>
    <dgm:cxn modelId="{BB998AFD-66D2-461F-A83A-006D28121AB0}" srcId="{6D9C72B6-446D-49BF-96D6-5142D5305028}" destId="{34F4A276-AE9D-4B8B-9D2B-18D0A33F1583}" srcOrd="6" destOrd="0" parTransId="{BC112122-0692-4226-B4FC-9016EE00C032}" sibTransId="{078F05EA-EC6F-4C74-8C94-B27804806E91}"/>
    <dgm:cxn modelId="{7EB57CF7-1D41-45D6-A544-92C2A467F4F8}" type="presParOf" srcId="{47D61E89-4D81-4797-A985-60CFF9265637}" destId="{38A831B7-A5E9-4D32-8B56-0971BC58F644}" srcOrd="0" destOrd="0" presId="urn:microsoft.com/office/officeart/2005/8/layout/cycle3"/>
    <dgm:cxn modelId="{8A5F6C6D-270A-444D-BF53-1C98472CBB4B}" type="presParOf" srcId="{38A831B7-A5E9-4D32-8B56-0971BC58F644}" destId="{8A0A247E-A5A1-411F-A9E4-73EB433ACD93}" srcOrd="0" destOrd="0" presId="urn:microsoft.com/office/officeart/2005/8/layout/cycle3"/>
    <dgm:cxn modelId="{87EE12D9-7B61-4DC0-B096-847D97B97CBC}" type="presParOf" srcId="{38A831B7-A5E9-4D32-8B56-0971BC58F644}" destId="{C8DEFB86-8F06-4559-98DF-40D47ABF7788}" srcOrd="1" destOrd="0" presId="urn:microsoft.com/office/officeart/2005/8/layout/cycle3"/>
    <dgm:cxn modelId="{E74D9076-BF05-44EF-8B8F-780586C7B53F}" type="presParOf" srcId="{38A831B7-A5E9-4D32-8B56-0971BC58F644}" destId="{11802227-A806-4748-9395-B20BDDA0A1C8}" srcOrd="2" destOrd="0" presId="urn:microsoft.com/office/officeart/2005/8/layout/cycle3"/>
    <dgm:cxn modelId="{215D54A1-528B-4232-B001-13A3CC22581D}" type="presParOf" srcId="{38A831B7-A5E9-4D32-8B56-0971BC58F644}" destId="{777C59A5-B94D-4EA1-9F99-0AD2E359E9E2}" srcOrd="3" destOrd="0" presId="urn:microsoft.com/office/officeart/2005/8/layout/cycle3"/>
    <dgm:cxn modelId="{D67FED1F-E6CB-403E-BE29-AC5D288455EE}" type="presParOf" srcId="{38A831B7-A5E9-4D32-8B56-0971BC58F644}" destId="{248A4F3C-030B-49D2-BDDB-7E159E8768AA}" srcOrd="4" destOrd="0" presId="urn:microsoft.com/office/officeart/2005/8/layout/cycle3"/>
    <dgm:cxn modelId="{29279E44-4F26-40FE-AE6B-F128E4B0FCB9}" type="presParOf" srcId="{38A831B7-A5E9-4D32-8B56-0971BC58F644}" destId="{DC84C38E-6453-4BCE-BFE1-0B750E0432FD}" srcOrd="5" destOrd="0" presId="urn:microsoft.com/office/officeart/2005/8/layout/cycle3"/>
    <dgm:cxn modelId="{B0927163-A349-4042-BB44-48AB499531BB}" type="presParOf" srcId="{38A831B7-A5E9-4D32-8B56-0971BC58F644}" destId="{20E48AC6-D162-4103-9DD3-8E2DE294B0C7}" srcOrd="6" destOrd="0" presId="urn:microsoft.com/office/officeart/2005/8/layout/cycle3"/>
    <dgm:cxn modelId="{7DCD37E2-EC04-43AF-877F-B0AE84F9ECF4}" type="presParOf" srcId="{38A831B7-A5E9-4D32-8B56-0971BC58F644}" destId="{538879FB-7B9A-4BD7-856E-FADC9574F1E5}" srcOrd="7" destOrd="0" presId="urn:microsoft.com/office/officeart/2005/8/layout/cycle3"/>
    <dgm:cxn modelId="{ECC1EEAB-7539-42CB-B0CE-98320880F9E7}" type="presParOf" srcId="{38A831B7-A5E9-4D32-8B56-0971BC58F644}" destId="{5CF0CDF6-E6E8-499D-94CD-8049AA6FDFBD}" srcOrd="8" destOrd="0" presId="urn:microsoft.com/office/officeart/2005/8/layout/cycle3"/>
    <dgm:cxn modelId="{3FD82084-1F2F-431B-AC5F-AA0181D79BFA}" type="presParOf" srcId="{38A831B7-A5E9-4D32-8B56-0971BC58F644}" destId="{C101956A-AECF-4436-A2CC-90BDADBDE21C}" srcOrd="9" destOrd="0" presId="urn:microsoft.com/office/officeart/2005/8/layout/cycle3"/>
    <dgm:cxn modelId="{773DC572-DB10-4E16-B6ED-5692BF7AFCBD}" type="presParOf" srcId="{38A831B7-A5E9-4D32-8B56-0971BC58F644}" destId="{A7B79A88-E9C0-4FB8-91EE-78E9027ED2B0}" srcOrd="1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46192CB-B17A-4858-B09E-7010100B85F5}" type="doc">
      <dgm:prSet loTypeId="urn:microsoft.com/office/officeart/2005/8/layout/process5" loCatId="process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0492A562-1C65-4D15-A7D2-B7742900F616}">
      <dgm:prSet/>
      <dgm:spPr/>
      <dgm:t>
        <a:bodyPr/>
        <a:lstStyle/>
        <a:p>
          <a:r>
            <a:rPr lang="en-US" b="1" i="0" baseline="0"/>
            <a:t>Action Capture</a:t>
          </a:r>
          <a:r>
            <a:rPr lang="en-US" b="0" i="0" baseline="0"/>
            <a:t>: Button clicks trigger the ActionListener.</a:t>
          </a:r>
          <a:endParaRPr lang="en-US"/>
        </a:p>
      </dgm:t>
    </dgm:pt>
    <dgm:pt modelId="{8515650E-E686-4DA3-B924-18BC5107613F}" type="parTrans" cxnId="{F1AE214E-20F1-4652-8BAD-295DAD3A7735}">
      <dgm:prSet/>
      <dgm:spPr/>
      <dgm:t>
        <a:bodyPr/>
        <a:lstStyle/>
        <a:p>
          <a:endParaRPr lang="en-US"/>
        </a:p>
      </dgm:t>
    </dgm:pt>
    <dgm:pt modelId="{2F791705-D095-4021-A918-6D6FA8E2662E}" type="sibTrans" cxnId="{F1AE214E-20F1-4652-8BAD-295DAD3A7735}">
      <dgm:prSet/>
      <dgm:spPr/>
      <dgm:t>
        <a:bodyPr/>
        <a:lstStyle/>
        <a:p>
          <a:endParaRPr lang="en-US"/>
        </a:p>
      </dgm:t>
    </dgm:pt>
    <dgm:pt modelId="{AE6B1214-3E68-4E85-9E30-995F9C1E5BA6}">
      <dgm:prSet/>
      <dgm:spPr/>
      <dgm:t>
        <a:bodyPr/>
        <a:lstStyle/>
        <a:p>
          <a:r>
            <a:rPr lang="en-US" b="1" i="0" baseline="0"/>
            <a:t>Input Handling</a:t>
          </a:r>
          <a:r>
            <a:rPr lang="en-US" b="0" i="0" baseline="0"/>
            <a:t>: Numbers are captured and displayed in the text field.</a:t>
          </a:r>
          <a:endParaRPr lang="en-US"/>
        </a:p>
      </dgm:t>
    </dgm:pt>
    <dgm:pt modelId="{006439F3-8DF4-4FB3-BF7D-017912E37F00}" type="parTrans" cxnId="{C731365F-A1EF-4059-84CD-AF9CBA3A6101}">
      <dgm:prSet/>
      <dgm:spPr/>
      <dgm:t>
        <a:bodyPr/>
        <a:lstStyle/>
        <a:p>
          <a:endParaRPr lang="en-US"/>
        </a:p>
      </dgm:t>
    </dgm:pt>
    <dgm:pt modelId="{F81C87AC-6162-40FA-9DC4-4C14D46764A8}" type="sibTrans" cxnId="{C731365F-A1EF-4059-84CD-AF9CBA3A6101}">
      <dgm:prSet/>
      <dgm:spPr/>
      <dgm:t>
        <a:bodyPr/>
        <a:lstStyle/>
        <a:p>
          <a:endParaRPr lang="en-US"/>
        </a:p>
      </dgm:t>
    </dgm:pt>
    <dgm:pt modelId="{02BE3D91-AE05-4C42-BED3-75FD0165F26E}">
      <dgm:prSet/>
      <dgm:spPr/>
      <dgm:t>
        <a:bodyPr/>
        <a:lstStyle/>
        <a:p>
          <a:r>
            <a:rPr lang="en-US" b="1" i="0" baseline="0"/>
            <a:t>Operator Logic</a:t>
          </a:r>
          <a:r>
            <a:rPr lang="en-US" b="0" i="0" baseline="0"/>
            <a:t>: The operator is stored when pressed.</a:t>
          </a:r>
          <a:endParaRPr lang="en-US"/>
        </a:p>
      </dgm:t>
    </dgm:pt>
    <dgm:pt modelId="{8A27D7EC-B3DE-4DE5-A067-2DDCB924F943}" type="parTrans" cxnId="{565835C6-D126-40F3-989F-F5558780F52C}">
      <dgm:prSet/>
      <dgm:spPr/>
      <dgm:t>
        <a:bodyPr/>
        <a:lstStyle/>
        <a:p>
          <a:endParaRPr lang="en-US"/>
        </a:p>
      </dgm:t>
    </dgm:pt>
    <dgm:pt modelId="{0E6E0E79-0404-494F-A12C-141232009091}" type="sibTrans" cxnId="{565835C6-D126-40F3-989F-F5558780F52C}">
      <dgm:prSet/>
      <dgm:spPr/>
      <dgm:t>
        <a:bodyPr/>
        <a:lstStyle/>
        <a:p>
          <a:endParaRPr lang="en-US"/>
        </a:p>
      </dgm:t>
    </dgm:pt>
    <dgm:pt modelId="{29743BFD-12C7-4CB0-A04D-27134B7034D6}">
      <dgm:prSet/>
      <dgm:spPr/>
      <dgm:t>
        <a:bodyPr/>
        <a:lstStyle/>
        <a:p>
          <a:r>
            <a:rPr lang="en-US" b="1" i="0" baseline="0"/>
            <a:t>Calculation</a:t>
          </a:r>
          <a:r>
            <a:rPr lang="en-US" b="0" i="0" baseline="0"/>
            <a:t>: When = is pressed, the second number is processed, and the result is displayed. </a:t>
          </a:r>
          <a:endParaRPr lang="en-US"/>
        </a:p>
      </dgm:t>
    </dgm:pt>
    <dgm:pt modelId="{A9853A50-479C-4A73-BFFF-6AE852DA12D4}" type="parTrans" cxnId="{0384B449-C3FD-4636-8703-8B3AD3835F15}">
      <dgm:prSet/>
      <dgm:spPr/>
      <dgm:t>
        <a:bodyPr/>
        <a:lstStyle/>
        <a:p>
          <a:endParaRPr lang="en-US"/>
        </a:p>
      </dgm:t>
    </dgm:pt>
    <dgm:pt modelId="{1E9981E9-C954-4E75-A8C9-73236A8C0838}" type="sibTrans" cxnId="{0384B449-C3FD-4636-8703-8B3AD3835F15}">
      <dgm:prSet/>
      <dgm:spPr/>
      <dgm:t>
        <a:bodyPr/>
        <a:lstStyle/>
        <a:p>
          <a:endParaRPr lang="en-US"/>
        </a:p>
      </dgm:t>
    </dgm:pt>
    <dgm:pt modelId="{A931AA4D-0005-49FB-863D-959C9EC923B8}" type="pres">
      <dgm:prSet presAssocID="{346192CB-B17A-4858-B09E-7010100B85F5}" presName="diagram" presStyleCnt="0">
        <dgm:presLayoutVars>
          <dgm:dir/>
          <dgm:resizeHandles val="exact"/>
        </dgm:presLayoutVars>
      </dgm:prSet>
      <dgm:spPr/>
    </dgm:pt>
    <dgm:pt modelId="{74011ECE-C030-4E5A-820C-576914A93612}" type="pres">
      <dgm:prSet presAssocID="{0492A562-1C65-4D15-A7D2-B7742900F616}" presName="node" presStyleLbl="node1" presStyleIdx="0" presStyleCnt="4">
        <dgm:presLayoutVars>
          <dgm:bulletEnabled val="1"/>
        </dgm:presLayoutVars>
      </dgm:prSet>
      <dgm:spPr/>
    </dgm:pt>
    <dgm:pt modelId="{0D785388-C766-4A04-B1C8-BCE51454D014}" type="pres">
      <dgm:prSet presAssocID="{2F791705-D095-4021-A918-6D6FA8E2662E}" presName="sibTrans" presStyleLbl="sibTrans2D1" presStyleIdx="0" presStyleCnt="3"/>
      <dgm:spPr/>
    </dgm:pt>
    <dgm:pt modelId="{C9A4BF89-3BC6-461D-A5D8-B1F58CC66FC7}" type="pres">
      <dgm:prSet presAssocID="{2F791705-D095-4021-A918-6D6FA8E2662E}" presName="connectorText" presStyleLbl="sibTrans2D1" presStyleIdx="0" presStyleCnt="3"/>
      <dgm:spPr/>
    </dgm:pt>
    <dgm:pt modelId="{A2BBF4C6-0D78-4435-B7FB-BD4998273F0D}" type="pres">
      <dgm:prSet presAssocID="{AE6B1214-3E68-4E85-9E30-995F9C1E5BA6}" presName="node" presStyleLbl="node1" presStyleIdx="1" presStyleCnt="4">
        <dgm:presLayoutVars>
          <dgm:bulletEnabled val="1"/>
        </dgm:presLayoutVars>
      </dgm:prSet>
      <dgm:spPr/>
    </dgm:pt>
    <dgm:pt modelId="{9FBABE2E-872F-4BDA-9B85-BCE49E7E8404}" type="pres">
      <dgm:prSet presAssocID="{F81C87AC-6162-40FA-9DC4-4C14D46764A8}" presName="sibTrans" presStyleLbl="sibTrans2D1" presStyleIdx="1" presStyleCnt="3"/>
      <dgm:spPr/>
    </dgm:pt>
    <dgm:pt modelId="{6775B0A6-9807-4360-B6AA-279EE6B6BFAE}" type="pres">
      <dgm:prSet presAssocID="{F81C87AC-6162-40FA-9DC4-4C14D46764A8}" presName="connectorText" presStyleLbl="sibTrans2D1" presStyleIdx="1" presStyleCnt="3"/>
      <dgm:spPr/>
    </dgm:pt>
    <dgm:pt modelId="{1F6643F7-23A3-4350-A624-C0A1C46BB965}" type="pres">
      <dgm:prSet presAssocID="{02BE3D91-AE05-4C42-BED3-75FD0165F26E}" presName="node" presStyleLbl="node1" presStyleIdx="2" presStyleCnt="4">
        <dgm:presLayoutVars>
          <dgm:bulletEnabled val="1"/>
        </dgm:presLayoutVars>
      </dgm:prSet>
      <dgm:spPr/>
    </dgm:pt>
    <dgm:pt modelId="{5019E64F-DE15-4434-9FCB-1D8ACFE5D89B}" type="pres">
      <dgm:prSet presAssocID="{0E6E0E79-0404-494F-A12C-141232009091}" presName="sibTrans" presStyleLbl="sibTrans2D1" presStyleIdx="2" presStyleCnt="3"/>
      <dgm:spPr/>
    </dgm:pt>
    <dgm:pt modelId="{D50E2546-EB40-47F8-9E82-7DA4A19F49C8}" type="pres">
      <dgm:prSet presAssocID="{0E6E0E79-0404-494F-A12C-141232009091}" presName="connectorText" presStyleLbl="sibTrans2D1" presStyleIdx="2" presStyleCnt="3"/>
      <dgm:spPr/>
    </dgm:pt>
    <dgm:pt modelId="{3BB94EF4-95BB-4A1F-B891-89AD51E4733D}" type="pres">
      <dgm:prSet presAssocID="{29743BFD-12C7-4CB0-A04D-27134B7034D6}" presName="node" presStyleLbl="node1" presStyleIdx="3" presStyleCnt="4">
        <dgm:presLayoutVars>
          <dgm:bulletEnabled val="1"/>
        </dgm:presLayoutVars>
      </dgm:prSet>
      <dgm:spPr/>
    </dgm:pt>
  </dgm:ptLst>
  <dgm:cxnLst>
    <dgm:cxn modelId="{AE631E02-DB61-4B96-AB1F-C6332FA1D0E3}" type="presOf" srcId="{0492A562-1C65-4D15-A7D2-B7742900F616}" destId="{74011ECE-C030-4E5A-820C-576914A93612}" srcOrd="0" destOrd="0" presId="urn:microsoft.com/office/officeart/2005/8/layout/process5"/>
    <dgm:cxn modelId="{94D87924-405E-44F5-AEAD-30F5205E3E48}" type="presOf" srcId="{2F791705-D095-4021-A918-6D6FA8E2662E}" destId="{C9A4BF89-3BC6-461D-A5D8-B1F58CC66FC7}" srcOrd="1" destOrd="0" presId="urn:microsoft.com/office/officeart/2005/8/layout/process5"/>
    <dgm:cxn modelId="{A5FC6233-4F60-4323-A41A-60F098629D29}" type="presOf" srcId="{AE6B1214-3E68-4E85-9E30-995F9C1E5BA6}" destId="{A2BBF4C6-0D78-4435-B7FB-BD4998273F0D}" srcOrd="0" destOrd="0" presId="urn:microsoft.com/office/officeart/2005/8/layout/process5"/>
    <dgm:cxn modelId="{0B73A738-E4F8-4E67-9A80-860E3C050310}" type="presOf" srcId="{02BE3D91-AE05-4C42-BED3-75FD0165F26E}" destId="{1F6643F7-23A3-4350-A624-C0A1C46BB965}" srcOrd="0" destOrd="0" presId="urn:microsoft.com/office/officeart/2005/8/layout/process5"/>
    <dgm:cxn modelId="{C731365F-A1EF-4059-84CD-AF9CBA3A6101}" srcId="{346192CB-B17A-4858-B09E-7010100B85F5}" destId="{AE6B1214-3E68-4E85-9E30-995F9C1E5BA6}" srcOrd="1" destOrd="0" parTransId="{006439F3-8DF4-4FB3-BF7D-017912E37F00}" sibTransId="{F81C87AC-6162-40FA-9DC4-4C14D46764A8}"/>
    <dgm:cxn modelId="{0384B449-C3FD-4636-8703-8B3AD3835F15}" srcId="{346192CB-B17A-4858-B09E-7010100B85F5}" destId="{29743BFD-12C7-4CB0-A04D-27134B7034D6}" srcOrd="3" destOrd="0" parTransId="{A9853A50-479C-4A73-BFFF-6AE852DA12D4}" sibTransId="{1E9981E9-C954-4E75-A8C9-73236A8C0838}"/>
    <dgm:cxn modelId="{F1AE214E-20F1-4652-8BAD-295DAD3A7735}" srcId="{346192CB-B17A-4858-B09E-7010100B85F5}" destId="{0492A562-1C65-4D15-A7D2-B7742900F616}" srcOrd="0" destOrd="0" parTransId="{8515650E-E686-4DA3-B924-18BC5107613F}" sibTransId="{2F791705-D095-4021-A918-6D6FA8E2662E}"/>
    <dgm:cxn modelId="{2B807D7A-0F4E-499E-ABAB-EC147E0B8510}" type="presOf" srcId="{346192CB-B17A-4858-B09E-7010100B85F5}" destId="{A931AA4D-0005-49FB-863D-959C9EC923B8}" srcOrd="0" destOrd="0" presId="urn:microsoft.com/office/officeart/2005/8/layout/process5"/>
    <dgm:cxn modelId="{E740D69F-916D-4411-B9FA-7A5932E44857}" type="presOf" srcId="{F81C87AC-6162-40FA-9DC4-4C14D46764A8}" destId="{9FBABE2E-872F-4BDA-9B85-BCE49E7E8404}" srcOrd="0" destOrd="0" presId="urn:microsoft.com/office/officeart/2005/8/layout/process5"/>
    <dgm:cxn modelId="{37A88DBC-5142-4AC1-ACC0-A76417FC9A45}" type="presOf" srcId="{2F791705-D095-4021-A918-6D6FA8E2662E}" destId="{0D785388-C766-4A04-B1C8-BCE51454D014}" srcOrd="0" destOrd="0" presId="urn:microsoft.com/office/officeart/2005/8/layout/process5"/>
    <dgm:cxn modelId="{565835C6-D126-40F3-989F-F5558780F52C}" srcId="{346192CB-B17A-4858-B09E-7010100B85F5}" destId="{02BE3D91-AE05-4C42-BED3-75FD0165F26E}" srcOrd="2" destOrd="0" parTransId="{8A27D7EC-B3DE-4DE5-A067-2DDCB924F943}" sibTransId="{0E6E0E79-0404-494F-A12C-141232009091}"/>
    <dgm:cxn modelId="{F656D2C8-5CB0-4D1E-931E-B3489365CBF7}" type="presOf" srcId="{0E6E0E79-0404-494F-A12C-141232009091}" destId="{5019E64F-DE15-4434-9FCB-1D8ACFE5D89B}" srcOrd="0" destOrd="0" presId="urn:microsoft.com/office/officeart/2005/8/layout/process5"/>
    <dgm:cxn modelId="{3C1534DD-C4D6-4AD4-9E83-8B255C9C1DFB}" type="presOf" srcId="{0E6E0E79-0404-494F-A12C-141232009091}" destId="{D50E2546-EB40-47F8-9E82-7DA4A19F49C8}" srcOrd="1" destOrd="0" presId="urn:microsoft.com/office/officeart/2005/8/layout/process5"/>
    <dgm:cxn modelId="{945EE9DF-206E-49F1-83C1-A4E75FA48B31}" type="presOf" srcId="{29743BFD-12C7-4CB0-A04D-27134B7034D6}" destId="{3BB94EF4-95BB-4A1F-B891-89AD51E4733D}" srcOrd="0" destOrd="0" presId="urn:microsoft.com/office/officeart/2005/8/layout/process5"/>
    <dgm:cxn modelId="{122FEAE7-1DA9-4330-938F-9C0208DAF10C}" type="presOf" srcId="{F81C87AC-6162-40FA-9DC4-4C14D46764A8}" destId="{6775B0A6-9807-4360-B6AA-279EE6B6BFAE}" srcOrd="1" destOrd="0" presId="urn:microsoft.com/office/officeart/2005/8/layout/process5"/>
    <dgm:cxn modelId="{839BBFFB-ABB7-4D5E-A4B2-08CDD93FE204}" type="presParOf" srcId="{A931AA4D-0005-49FB-863D-959C9EC923B8}" destId="{74011ECE-C030-4E5A-820C-576914A93612}" srcOrd="0" destOrd="0" presId="urn:microsoft.com/office/officeart/2005/8/layout/process5"/>
    <dgm:cxn modelId="{28490BC1-FE8B-4776-A894-EE76ECB45BDF}" type="presParOf" srcId="{A931AA4D-0005-49FB-863D-959C9EC923B8}" destId="{0D785388-C766-4A04-B1C8-BCE51454D014}" srcOrd="1" destOrd="0" presId="urn:microsoft.com/office/officeart/2005/8/layout/process5"/>
    <dgm:cxn modelId="{C3C19600-5A6D-4FF0-A22A-DBB82B28BDDD}" type="presParOf" srcId="{0D785388-C766-4A04-B1C8-BCE51454D014}" destId="{C9A4BF89-3BC6-461D-A5D8-B1F58CC66FC7}" srcOrd="0" destOrd="0" presId="urn:microsoft.com/office/officeart/2005/8/layout/process5"/>
    <dgm:cxn modelId="{3059CBE5-7939-4CBB-93CE-F62D936FD7F3}" type="presParOf" srcId="{A931AA4D-0005-49FB-863D-959C9EC923B8}" destId="{A2BBF4C6-0D78-4435-B7FB-BD4998273F0D}" srcOrd="2" destOrd="0" presId="urn:microsoft.com/office/officeart/2005/8/layout/process5"/>
    <dgm:cxn modelId="{9EFAD6DF-91A5-4A76-9F40-12B4BF4A527F}" type="presParOf" srcId="{A931AA4D-0005-49FB-863D-959C9EC923B8}" destId="{9FBABE2E-872F-4BDA-9B85-BCE49E7E8404}" srcOrd="3" destOrd="0" presId="urn:microsoft.com/office/officeart/2005/8/layout/process5"/>
    <dgm:cxn modelId="{36647C4C-687C-4443-9E9C-099DFA7109E9}" type="presParOf" srcId="{9FBABE2E-872F-4BDA-9B85-BCE49E7E8404}" destId="{6775B0A6-9807-4360-B6AA-279EE6B6BFAE}" srcOrd="0" destOrd="0" presId="urn:microsoft.com/office/officeart/2005/8/layout/process5"/>
    <dgm:cxn modelId="{C07737FC-A9FC-40CB-8FD5-69B6C9ED0112}" type="presParOf" srcId="{A931AA4D-0005-49FB-863D-959C9EC923B8}" destId="{1F6643F7-23A3-4350-A624-C0A1C46BB965}" srcOrd="4" destOrd="0" presId="urn:microsoft.com/office/officeart/2005/8/layout/process5"/>
    <dgm:cxn modelId="{AD7D809B-46AF-4F9B-8452-374C44C245FB}" type="presParOf" srcId="{A931AA4D-0005-49FB-863D-959C9EC923B8}" destId="{5019E64F-DE15-4434-9FCB-1D8ACFE5D89B}" srcOrd="5" destOrd="0" presId="urn:microsoft.com/office/officeart/2005/8/layout/process5"/>
    <dgm:cxn modelId="{CAE5C049-6AE0-4B27-8340-A9E75B114616}" type="presParOf" srcId="{5019E64F-DE15-4434-9FCB-1D8ACFE5D89B}" destId="{D50E2546-EB40-47F8-9E82-7DA4A19F49C8}" srcOrd="0" destOrd="0" presId="urn:microsoft.com/office/officeart/2005/8/layout/process5"/>
    <dgm:cxn modelId="{9DF9DDE6-14FF-4C48-8825-E9FC4FAE99F2}" type="presParOf" srcId="{A931AA4D-0005-49FB-863D-959C9EC923B8}" destId="{3BB94EF4-95BB-4A1F-B891-89AD51E4733D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47F93B4-FC8F-4511-A22A-DF8AD655670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2CAA782-33C7-42EE-A7A4-224123900AC9}">
      <dgm:prSet/>
      <dgm:spPr/>
      <dgm:t>
        <a:bodyPr/>
        <a:lstStyle/>
        <a:p>
          <a:pPr>
            <a:defRPr cap="all"/>
          </a:pPr>
          <a:r>
            <a:rPr lang="en-US" b="0" i="0" baseline="0"/>
            <a:t>Add more complex operations (e.g., square root, percentage).</a:t>
          </a:r>
          <a:endParaRPr lang="en-US"/>
        </a:p>
      </dgm:t>
    </dgm:pt>
    <dgm:pt modelId="{BBCCF2C4-1867-43F4-A24A-EB1773B2C147}" type="parTrans" cxnId="{89DD5D91-A40B-4B08-A545-396ADB0BDEC4}">
      <dgm:prSet/>
      <dgm:spPr/>
      <dgm:t>
        <a:bodyPr/>
        <a:lstStyle/>
        <a:p>
          <a:endParaRPr lang="en-US"/>
        </a:p>
      </dgm:t>
    </dgm:pt>
    <dgm:pt modelId="{4B50501F-41B0-4090-8148-2DFC188546DB}" type="sibTrans" cxnId="{89DD5D91-A40B-4B08-A545-396ADB0BDEC4}">
      <dgm:prSet/>
      <dgm:spPr/>
      <dgm:t>
        <a:bodyPr/>
        <a:lstStyle/>
        <a:p>
          <a:endParaRPr lang="en-US"/>
        </a:p>
      </dgm:t>
    </dgm:pt>
    <dgm:pt modelId="{70E6E161-62BE-477F-B5F4-2EBBAD8A9203}">
      <dgm:prSet/>
      <dgm:spPr/>
      <dgm:t>
        <a:bodyPr/>
        <a:lstStyle/>
        <a:p>
          <a:pPr>
            <a:defRPr cap="all"/>
          </a:pPr>
          <a:r>
            <a:rPr lang="en-US" b="0" i="0" baseline="0"/>
            <a:t>Implement keyboard input support.</a:t>
          </a:r>
          <a:endParaRPr lang="en-US"/>
        </a:p>
      </dgm:t>
    </dgm:pt>
    <dgm:pt modelId="{76AF03C0-1DE3-423B-9D4A-F7776F22AB53}" type="parTrans" cxnId="{CDA2E60B-C962-4682-B4EA-7B62781A9C93}">
      <dgm:prSet/>
      <dgm:spPr/>
      <dgm:t>
        <a:bodyPr/>
        <a:lstStyle/>
        <a:p>
          <a:endParaRPr lang="en-US"/>
        </a:p>
      </dgm:t>
    </dgm:pt>
    <dgm:pt modelId="{0C4E370F-3E5C-49BB-9931-FD28D17DB431}" type="sibTrans" cxnId="{CDA2E60B-C962-4682-B4EA-7B62781A9C93}">
      <dgm:prSet/>
      <dgm:spPr/>
      <dgm:t>
        <a:bodyPr/>
        <a:lstStyle/>
        <a:p>
          <a:endParaRPr lang="en-US"/>
        </a:p>
      </dgm:t>
    </dgm:pt>
    <dgm:pt modelId="{DBEB6D81-6657-4623-8F57-50C83004E943}">
      <dgm:prSet/>
      <dgm:spPr/>
      <dgm:t>
        <a:bodyPr/>
        <a:lstStyle/>
        <a:p>
          <a:pPr>
            <a:defRPr cap="all"/>
          </a:pPr>
          <a:r>
            <a:rPr lang="en-US" b="0" i="0" baseline="0"/>
            <a:t>Add memory functions (M+, M-, MR).</a:t>
          </a:r>
          <a:endParaRPr lang="en-US"/>
        </a:p>
      </dgm:t>
    </dgm:pt>
    <dgm:pt modelId="{2DAA5619-B7FB-453D-85DD-CB61869BFC48}" type="parTrans" cxnId="{2FABD2D3-4C47-4070-95D3-40B7C6EE6BDA}">
      <dgm:prSet/>
      <dgm:spPr/>
      <dgm:t>
        <a:bodyPr/>
        <a:lstStyle/>
        <a:p>
          <a:endParaRPr lang="en-US"/>
        </a:p>
      </dgm:t>
    </dgm:pt>
    <dgm:pt modelId="{8BFF925F-517C-4085-9847-5CCB2EF502DB}" type="sibTrans" cxnId="{2FABD2D3-4C47-4070-95D3-40B7C6EE6BDA}">
      <dgm:prSet/>
      <dgm:spPr/>
      <dgm:t>
        <a:bodyPr/>
        <a:lstStyle/>
        <a:p>
          <a:endParaRPr lang="en-US"/>
        </a:p>
      </dgm:t>
    </dgm:pt>
    <dgm:pt modelId="{CE8A0489-B85A-4FC9-80FF-7F868A86791A}">
      <dgm:prSet/>
      <dgm:spPr/>
      <dgm:t>
        <a:bodyPr/>
        <a:lstStyle/>
        <a:p>
          <a:pPr>
            <a:defRPr cap="all"/>
          </a:pPr>
          <a:r>
            <a:rPr lang="en-US" b="0" i="0" baseline="0"/>
            <a:t>Improve UI with better styling. </a:t>
          </a:r>
          <a:endParaRPr lang="en-US"/>
        </a:p>
      </dgm:t>
    </dgm:pt>
    <dgm:pt modelId="{D534779F-2917-4B75-94FE-8EF9A5D3C282}" type="parTrans" cxnId="{ADC26060-F64E-4F60-A47E-2C9E37782192}">
      <dgm:prSet/>
      <dgm:spPr/>
      <dgm:t>
        <a:bodyPr/>
        <a:lstStyle/>
        <a:p>
          <a:endParaRPr lang="en-US"/>
        </a:p>
      </dgm:t>
    </dgm:pt>
    <dgm:pt modelId="{D77D0D4B-C995-4E8D-9C4A-701B3F197CD7}" type="sibTrans" cxnId="{ADC26060-F64E-4F60-A47E-2C9E37782192}">
      <dgm:prSet/>
      <dgm:spPr/>
      <dgm:t>
        <a:bodyPr/>
        <a:lstStyle/>
        <a:p>
          <a:endParaRPr lang="en-US"/>
        </a:p>
      </dgm:t>
    </dgm:pt>
    <dgm:pt modelId="{B7050F8C-16B9-4055-BBF6-1B031A76458F}" type="pres">
      <dgm:prSet presAssocID="{F47F93B4-FC8F-4511-A22A-DF8AD6556704}" presName="root" presStyleCnt="0">
        <dgm:presLayoutVars>
          <dgm:dir/>
          <dgm:resizeHandles val="exact"/>
        </dgm:presLayoutVars>
      </dgm:prSet>
      <dgm:spPr/>
    </dgm:pt>
    <dgm:pt modelId="{E0D396BE-1B3D-4839-B60A-C379E0D99B76}" type="pres">
      <dgm:prSet presAssocID="{C2CAA782-33C7-42EE-A7A4-224123900AC9}" presName="compNode" presStyleCnt="0"/>
      <dgm:spPr/>
    </dgm:pt>
    <dgm:pt modelId="{BEA4C37C-3872-402A-96F9-DDD631F872D6}" type="pres">
      <dgm:prSet presAssocID="{C2CAA782-33C7-42EE-A7A4-224123900AC9}" presName="iconBgRect" presStyleLbl="bgShp" presStyleIdx="0" presStyleCnt="4"/>
      <dgm:spPr/>
    </dgm:pt>
    <dgm:pt modelId="{3E83D2C7-915B-4682-829D-C4A177A838AB}" type="pres">
      <dgm:prSet presAssocID="{C2CAA782-33C7-42EE-A7A4-224123900AC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C601F52D-BCC6-4005-908D-04C53B43E3C4}" type="pres">
      <dgm:prSet presAssocID="{C2CAA782-33C7-42EE-A7A4-224123900AC9}" presName="spaceRect" presStyleCnt="0"/>
      <dgm:spPr/>
    </dgm:pt>
    <dgm:pt modelId="{7D609D6B-3AD9-4E13-980C-B09DCFBA0438}" type="pres">
      <dgm:prSet presAssocID="{C2CAA782-33C7-42EE-A7A4-224123900AC9}" presName="textRect" presStyleLbl="revTx" presStyleIdx="0" presStyleCnt="4">
        <dgm:presLayoutVars>
          <dgm:chMax val="1"/>
          <dgm:chPref val="1"/>
        </dgm:presLayoutVars>
      </dgm:prSet>
      <dgm:spPr/>
    </dgm:pt>
    <dgm:pt modelId="{B8BE53F5-88D1-4094-A528-C9509809CD28}" type="pres">
      <dgm:prSet presAssocID="{4B50501F-41B0-4090-8148-2DFC188546DB}" presName="sibTrans" presStyleCnt="0"/>
      <dgm:spPr/>
    </dgm:pt>
    <dgm:pt modelId="{B3D31375-F48D-444D-A062-8FB4DD6A8CA2}" type="pres">
      <dgm:prSet presAssocID="{70E6E161-62BE-477F-B5F4-2EBBAD8A9203}" presName="compNode" presStyleCnt="0"/>
      <dgm:spPr/>
    </dgm:pt>
    <dgm:pt modelId="{83DCD16C-3198-4590-86BA-0437BFE685A6}" type="pres">
      <dgm:prSet presAssocID="{70E6E161-62BE-477F-B5F4-2EBBAD8A9203}" presName="iconBgRect" presStyleLbl="bgShp" presStyleIdx="1" presStyleCnt="4"/>
      <dgm:spPr/>
    </dgm:pt>
    <dgm:pt modelId="{15198FF3-A12D-439C-AE15-BEEC3308A2A2}" type="pres">
      <dgm:prSet presAssocID="{70E6E161-62BE-477F-B5F4-2EBBAD8A920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board"/>
        </a:ext>
      </dgm:extLst>
    </dgm:pt>
    <dgm:pt modelId="{A4576119-AA19-4CAF-82C6-A979C8A2F605}" type="pres">
      <dgm:prSet presAssocID="{70E6E161-62BE-477F-B5F4-2EBBAD8A9203}" presName="spaceRect" presStyleCnt="0"/>
      <dgm:spPr/>
    </dgm:pt>
    <dgm:pt modelId="{D3492DCC-0EA9-48A7-8467-97E19CA70246}" type="pres">
      <dgm:prSet presAssocID="{70E6E161-62BE-477F-B5F4-2EBBAD8A9203}" presName="textRect" presStyleLbl="revTx" presStyleIdx="1" presStyleCnt="4">
        <dgm:presLayoutVars>
          <dgm:chMax val="1"/>
          <dgm:chPref val="1"/>
        </dgm:presLayoutVars>
      </dgm:prSet>
      <dgm:spPr/>
    </dgm:pt>
    <dgm:pt modelId="{34A61EBF-0E45-4A3B-8BF7-E0E0B290C5FA}" type="pres">
      <dgm:prSet presAssocID="{0C4E370F-3E5C-49BB-9931-FD28D17DB431}" presName="sibTrans" presStyleCnt="0"/>
      <dgm:spPr/>
    </dgm:pt>
    <dgm:pt modelId="{C456E508-6E74-4022-8CD3-56737D559E4C}" type="pres">
      <dgm:prSet presAssocID="{DBEB6D81-6657-4623-8F57-50C83004E943}" presName="compNode" presStyleCnt="0"/>
      <dgm:spPr/>
    </dgm:pt>
    <dgm:pt modelId="{72F9488E-6D7B-466D-936B-918FE83CCD96}" type="pres">
      <dgm:prSet presAssocID="{DBEB6D81-6657-4623-8F57-50C83004E943}" presName="iconBgRect" presStyleLbl="bgShp" presStyleIdx="2" presStyleCnt="4"/>
      <dgm:spPr/>
    </dgm:pt>
    <dgm:pt modelId="{C463301F-76F4-4039-82CD-C33F7032C712}" type="pres">
      <dgm:prSet presAssocID="{DBEB6D81-6657-4623-8F57-50C83004E94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3B035728-9AFB-4E1E-9918-646DC0B87743}" type="pres">
      <dgm:prSet presAssocID="{DBEB6D81-6657-4623-8F57-50C83004E943}" presName="spaceRect" presStyleCnt="0"/>
      <dgm:spPr/>
    </dgm:pt>
    <dgm:pt modelId="{8685AD08-84AD-4D9D-9438-90FB156052BD}" type="pres">
      <dgm:prSet presAssocID="{DBEB6D81-6657-4623-8F57-50C83004E943}" presName="textRect" presStyleLbl="revTx" presStyleIdx="2" presStyleCnt="4">
        <dgm:presLayoutVars>
          <dgm:chMax val="1"/>
          <dgm:chPref val="1"/>
        </dgm:presLayoutVars>
      </dgm:prSet>
      <dgm:spPr/>
    </dgm:pt>
    <dgm:pt modelId="{339D6CB8-970B-41EE-8E8A-11D9421AE3FD}" type="pres">
      <dgm:prSet presAssocID="{8BFF925F-517C-4085-9847-5CCB2EF502DB}" presName="sibTrans" presStyleCnt="0"/>
      <dgm:spPr/>
    </dgm:pt>
    <dgm:pt modelId="{1DD6A795-A4C8-4F2A-8DC3-A3F53CD82C51}" type="pres">
      <dgm:prSet presAssocID="{CE8A0489-B85A-4FC9-80FF-7F868A86791A}" presName="compNode" presStyleCnt="0"/>
      <dgm:spPr/>
    </dgm:pt>
    <dgm:pt modelId="{D20D461B-D03A-474A-A3AC-25264DDCAF4D}" type="pres">
      <dgm:prSet presAssocID="{CE8A0489-B85A-4FC9-80FF-7F868A86791A}" presName="iconBgRect" presStyleLbl="bgShp" presStyleIdx="3" presStyleCnt="4"/>
      <dgm:spPr/>
    </dgm:pt>
    <dgm:pt modelId="{E5C0C6FF-D9CE-470B-BC08-1FD2CA021E81}" type="pres">
      <dgm:prSet presAssocID="{CE8A0489-B85A-4FC9-80FF-7F868A86791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2DDCEDD-1CDA-4D55-BF4D-81C12BA106D3}" type="pres">
      <dgm:prSet presAssocID="{CE8A0489-B85A-4FC9-80FF-7F868A86791A}" presName="spaceRect" presStyleCnt="0"/>
      <dgm:spPr/>
    </dgm:pt>
    <dgm:pt modelId="{B00EDFC4-74F2-4A88-AAA5-310033273DC3}" type="pres">
      <dgm:prSet presAssocID="{CE8A0489-B85A-4FC9-80FF-7F868A86791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DA2E60B-C962-4682-B4EA-7B62781A9C93}" srcId="{F47F93B4-FC8F-4511-A22A-DF8AD6556704}" destId="{70E6E161-62BE-477F-B5F4-2EBBAD8A9203}" srcOrd="1" destOrd="0" parTransId="{76AF03C0-1DE3-423B-9D4A-F7776F22AB53}" sibTransId="{0C4E370F-3E5C-49BB-9931-FD28D17DB431}"/>
    <dgm:cxn modelId="{ADC26060-F64E-4F60-A47E-2C9E37782192}" srcId="{F47F93B4-FC8F-4511-A22A-DF8AD6556704}" destId="{CE8A0489-B85A-4FC9-80FF-7F868A86791A}" srcOrd="3" destOrd="0" parTransId="{D534779F-2917-4B75-94FE-8EF9A5D3C282}" sibTransId="{D77D0D4B-C995-4E8D-9C4A-701B3F197CD7}"/>
    <dgm:cxn modelId="{3677CD90-8A83-4B48-AB76-8C580ED5EBC3}" type="presOf" srcId="{DBEB6D81-6657-4623-8F57-50C83004E943}" destId="{8685AD08-84AD-4D9D-9438-90FB156052BD}" srcOrd="0" destOrd="0" presId="urn:microsoft.com/office/officeart/2018/5/layout/IconCircleLabelList"/>
    <dgm:cxn modelId="{89DD5D91-A40B-4B08-A545-396ADB0BDEC4}" srcId="{F47F93B4-FC8F-4511-A22A-DF8AD6556704}" destId="{C2CAA782-33C7-42EE-A7A4-224123900AC9}" srcOrd="0" destOrd="0" parTransId="{BBCCF2C4-1867-43F4-A24A-EB1773B2C147}" sibTransId="{4B50501F-41B0-4090-8148-2DFC188546DB}"/>
    <dgm:cxn modelId="{2ECFE3B1-F0A3-4F27-B748-88549A2057FF}" type="presOf" srcId="{C2CAA782-33C7-42EE-A7A4-224123900AC9}" destId="{7D609D6B-3AD9-4E13-980C-B09DCFBA0438}" srcOrd="0" destOrd="0" presId="urn:microsoft.com/office/officeart/2018/5/layout/IconCircleLabelList"/>
    <dgm:cxn modelId="{3B20A2C2-B1FC-4959-93B6-DC60CEA21395}" type="presOf" srcId="{70E6E161-62BE-477F-B5F4-2EBBAD8A9203}" destId="{D3492DCC-0EA9-48A7-8467-97E19CA70246}" srcOrd="0" destOrd="0" presId="urn:microsoft.com/office/officeart/2018/5/layout/IconCircleLabelList"/>
    <dgm:cxn modelId="{D8CC67D3-8F78-4C6C-A78C-DB9AA075E590}" type="presOf" srcId="{CE8A0489-B85A-4FC9-80FF-7F868A86791A}" destId="{B00EDFC4-74F2-4A88-AAA5-310033273DC3}" srcOrd="0" destOrd="0" presId="urn:microsoft.com/office/officeart/2018/5/layout/IconCircleLabelList"/>
    <dgm:cxn modelId="{2FABD2D3-4C47-4070-95D3-40B7C6EE6BDA}" srcId="{F47F93B4-FC8F-4511-A22A-DF8AD6556704}" destId="{DBEB6D81-6657-4623-8F57-50C83004E943}" srcOrd="2" destOrd="0" parTransId="{2DAA5619-B7FB-453D-85DD-CB61869BFC48}" sibTransId="{8BFF925F-517C-4085-9847-5CCB2EF502DB}"/>
    <dgm:cxn modelId="{88C889E7-3FC1-4954-8A7E-145C6E5A959B}" type="presOf" srcId="{F47F93B4-FC8F-4511-A22A-DF8AD6556704}" destId="{B7050F8C-16B9-4055-BBF6-1B031A76458F}" srcOrd="0" destOrd="0" presId="urn:microsoft.com/office/officeart/2018/5/layout/IconCircleLabelList"/>
    <dgm:cxn modelId="{EF7F2407-33A4-490B-B204-AD345EB9DDD8}" type="presParOf" srcId="{B7050F8C-16B9-4055-BBF6-1B031A76458F}" destId="{E0D396BE-1B3D-4839-B60A-C379E0D99B76}" srcOrd="0" destOrd="0" presId="urn:microsoft.com/office/officeart/2018/5/layout/IconCircleLabelList"/>
    <dgm:cxn modelId="{EB218D05-7E50-410D-B945-7DF768C50DEC}" type="presParOf" srcId="{E0D396BE-1B3D-4839-B60A-C379E0D99B76}" destId="{BEA4C37C-3872-402A-96F9-DDD631F872D6}" srcOrd="0" destOrd="0" presId="urn:microsoft.com/office/officeart/2018/5/layout/IconCircleLabelList"/>
    <dgm:cxn modelId="{C8FB9F77-D5AE-4F94-81E7-B937EA289047}" type="presParOf" srcId="{E0D396BE-1B3D-4839-B60A-C379E0D99B76}" destId="{3E83D2C7-915B-4682-829D-C4A177A838AB}" srcOrd="1" destOrd="0" presId="urn:microsoft.com/office/officeart/2018/5/layout/IconCircleLabelList"/>
    <dgm:cxn modelId="{91DE1ECA-FE18-4084-8979-EE9A847D391E}" type="presParOf" srcId="{E0D396BE-1B3D-4839-B60A-C379E0D99B76}" destId="{C601F52D-BCC6-4005-908D-04C53B43E3C4}" srcOrd="2" destOrd="0" presId="urn:microsoft.com/office/officeart/2018/5/layout/IconCircleLabelList"/>
    <dgm:cxn modelId="{8D39466B-52CD-4844-8ED3-6622636E7AD3}" type="presParOf" srcId="{E0D396BE-1B3D-4839-B60A-C379E0D99B76}" destId="{7D609D6B-3AD9-4E13-980C-B09DCFBA0438}" srcOrd="3" destOrd="0" presId="urn:microsoft.com/office/officeart/2018/5/layout/IconCircleLabelList"/>
    <dgm:cxn modelId="{C63C7448-A052-43D9-8EC2-5E1B71897E3C}" type="presParOf" srcId="{B7050F8C-16B9-4055-BBF6-1B031A76458F}" destId="{B8BE53F5-88D1-4094-A528-C9509809CD28}" srcOrd="1" destOrd="0" presId="urn:microsoft.com/office/officeart/2018/5/layout/IconCircleLabelList"/>
    <dgm:cxn modelId="{BC05ACCA-7A9F-4A9B-A4AC-337F84C2B5AE}" type="presParOf" srcId="{B7050F8C-16B9-4055-BBF6-1B031A76458F}" destId="{B3D31375-F48D-444D-A062-8FB4DD6A8CA2}" srcOrd="2" destOrd="0" presId="urn:microsoft.com/office/officeart/2018/5/layout/IconCircleLabelList"/>
    <dgm:cxn modelId="{F87D479C-8ADE-495C-A9E0-67E320ABB0E9}" type="presParOf" srcId="{B3D31375-F48D-444D-A062-8FB4DD6A8CA2}" destId="{83DCD16C-3198-4590-86BA-0437BFE685A6}" srcOrd="0" destOrd="0" presId="urn:microsoft.com/office/officeart/2018/5/layout/IconCircleLabelList"/>
    <dgm:cxn modelId="{E1F45840-40D8-400D-9C7D-43FE6C1EA071}" type="presParOf" srcId="{B3D31375-F48D-444D-A062-8FB4DD6A8CA2}" destId="{15198FF3-A12D-439C-AE15-BEEC3308A2A2}" srcOrd="1" destOrd="0" presId="urn:microsoft.com/office/officeart/2018/5/layout/IconCircleLabelList"/>
    <dgm:cxn modelId="{0D4CADA9-79FB-405B-BCAF-DDE3CF2F80BE}" type="presParOf" srcId="{B3D31375-F48D-444D-A062-8FB4DD6A8CA2}" destId="{A4576119-AA19-4CAF-82C6-A979C8A2F605}" srcOrd="2" destOrd="0" presId="urn:microsoft.com/office/officeart/2018/5/layout/IconCircleLabelList"/>
    <dgm:cxn modelId="{A8398E76-FA97-4290-ABC8-AD1E2D785427}" type="presParOf" srcId="{B3D31375-F48D-444D-A062-8FB4DD6A8CA2}" destId="{D3492DCC-0EA9-48A7-8467-97E19CA70246}" srcOrd="3" destOrd="0" presId="urn:microsoft.com/office/officeart/2018/5/layout/IconCircleLabelList"/>
    <dgm:cxn modelId="{03CBF3A1-3D8E-4DD6-BEEF-878E328A37E1}" type="presParOf" srcId="{B7050F8C-16B9-4055-BBF6-1B031A76458F}" destId="{34A61EBF-0E45-4A3B-8BF7-E0E0B290C5FA}" srcOrd="3" destOrd="0" presId="urn:microsoft.com/office/officeart/2018/5/layout/IconCircleLabelList"/>
    <dgm:cxn modelId="{2315A524-73B0-4E9D-A05C-CF0E14811B83}" type="presParOf" srcId="{B7050F8C-16B9-4055-BBF6-1B031A76458F}" destId="{C456E508-6E74-4022-8CD3-56737D559E4C}" srcOrd="4" destOrd="0" presId="urn:microsoft.com/office/officeart/2018/5/layout/IconCircleLabelList"/>
    <dgm:cxn modelId="{F451925B-5BAE-45DA-BEEC-4AC65F9F5602}" type="presParOf" srcId="{C456E508-6E74-4022-8CD3-56737D559E4C}" destId="{72F9488E-6D7B-466D-936B-918FE83CCD96}" srcOrd="0" destOrd="0" presId="urn:microsoft.com/office/officeart/2018/5/layout/IconCircleLabelList"/>
    <dgm:cxn modelId="{1F18A3F9-AA10-4CE7-8AB3-259771AC7411}" type="presParOf" srcId="{C456E508-6E74-4022-8CD3-56737D559E4C}" destId="{C463301F-76F4-4039-82CD-C33F7032C712}" srcOrd="1" destOrd="0" presId="urn:microsoft.com/office/officeart/2018/5/layout/IconCircleLabelList"/>
    <dgm:cxn modelId="{62342404-B008-4DB9-8751-455C3C7456EB}" type="presParOf" srcId="{C456E508-6E74-4022-8CD3-56737D559E4C}" destId="{3B035728-9AFB-4E1E-9918-646DC0B87743}" srcOrd="2" destOrd="0" presId="urn:microsoft.com/office/officeart/2018/5/layout/IconCircleLabelList"/>
    <dgm:cxn modelId="{33C22413-6884-448D-9FE5-5298324C784A}" type="presParOf" srcId="{C456E508-6E74-4022-8CD3-56737D559E4C}" destId="{8685AD08-84AD-4D9D-9438-90FB156052BD}" srcOrd="3" destOrd="0" presId="urn:microsoft.com/office/officeart/2018/5/layout/IconCircleLabelList"/>
    <dgm:cxn modelId="{F915F589-BC92-4AF8-9731-F462AE772531}" type="presParOf" srcId="{B7050F8C-16B9-4055-BBF6-1B031A76458F}" destId="{339D6CB8-970B-41EE-8E8A-11D9421AE3FD}" srcOrd="5" destOrd="0" presId="urn:microsoft.com/office/officeart/2018/5/layout/IconCircleLabelList"/>
    <dgm:cxn modelId="{3F7D83CF-7338-4456-8E4D-236C65900FCA}" type="presParOf" srcId="{B7050F8C-16B9-4055-BBF6-1B031A76458F}" destId="{1DD6A795-A4C8-4F2A-8DC3-A3F53CD82C51}" srcOrd="6" destOrd="0" presId="urn:microsoft.com/office/officeart/2018/5/layout/IconCircleLabelList"/>
    <dgm:cxn modelId="{8F421E18-0C4A-4A37-B61F-7A0EF2C65094}" type="presParOf" srcId="{1DD6A795-A4C8-4F2A-8DC3-A3F53CD82C51}" destId="{D20D461B-D03A-474A-A3AC-25264DDCAF4D}" srcOrd="0" destOrd="0" presId="urn:microsoft.com/office/officeart/2018/5/layout/IconCircleLabelList"/>
    <dgm:cxn modelId="{FD1F2727-1748-492B-8486-D44B08C8B3C9}" type="presParOf" srcId="{1DD6A795-A4C8-4F2A-8DC3-A3F53CD82C51}" destId="{E5C0C6FF-D9CE-470B-BC08-1FD2CA021E81}" srcOrd="1" destOrd="0" presId="urn:microsoft.com/office/officeart/2018/5/layout/IconCircleLabelList"/>
    <dgm:cxn modelId="{D89DE8DA-9EF1-4F55-A6D6-DA9644297E34}" type="presParOf" srcId="{1DD6A795-A4C8-4F2A-8DC3-A3F53CD82C51}" destId="{62DDCEDD-1CDA-4D55-BF4D-81C12BA106D3}" srcOrd="2" destOrd="0" presId="urn:microsoft.com/office/officeart/2018/5/layout/IconCircleLabelList"/>
    <dgm:cxn modelId="{EE874B8B-ECC6-41DA-A181-EBB8BC22B315}" type="presParOf" srcId="{1DD6A795-A4C8-4F2A-8DC3-A3F53CD82C51}" destId="{B00EDFC4-74F2-4A88-AAA5-310033273D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92F8AE-B5B6-45C0-ABA0-B5A945057A58}">
      <dsp:nvSpPr>
        <dsp:cNvPr id="0" name=""/>
        <dsp:cNvSpPr/>
      </dsp:nvSpPr>
      <dsp:spPr>
        <a:xfrm>
          <a:off x="807306" y="484900"/>
          <a:ext cx="1256878" cy="125687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2D161E-AE5C-4C27-9095-681007B03713}">
      <dsp:nvSpPr>
        <dsp:cNvPr id="0" name=""/>
        <dsp:cNvSpPr/>
      </dsp:nvSpPr>
      <dsp:spPr>
        <a:xfrm>
          <a:off x="1075166" y="752759"/>
          <a:ext cx="721159" cy="7211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06986-035E-4CEF-BD8E-531997F92103}">
      <dsp:nvSpPr>
        <dsp:cNvPr id="0" name=""/>
        <dsp:cNvSpPr/>
      </dsp:nvSpPr>
      <dsp:spPr>
        <a:xfrm>
          <a:off x="405517" y="2133265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baseline="0"/>
            <a:t>Spring Framework</a:t>
          </a:r>
          <a:r>
            <a:rPr lang="en-US" sz="1200" b="0" i="0" kern="1200" baseline="0"/>
            <a:t>: Inversion of control, dependency injection, MVC architecture.</a:t>
          </a:r>
          <a:endParaRPr lang="en-US" sz="1200" kern="1200"/>
        </a:p>
      </dsp:txBody>
      <dsp:txXfrm>
        <a:off x="405517" y="2133265"/>
        <a:ext cx="2060456" cy="720000"/>
      </dsp:txXfrm>
    </dsp:sp>
    <dsp:sp modelId="{9A7F82FE-E964-41A2-BA08-9F4336D2BDF7}">
      <dsp:nvSpPr>
        <dsp:cNvPr id="0" name=""/>
        <dsp:cNvSpPr/>
      </dsp:nvSpPr>
      <dsp:spPr>
        <a:xfrm>
          <a:off x="3228342" y="484900"/>
          <a:ext cx="1256878" cy="125687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D3146F-B427-43F2-9973-BB12173F8288}">
      <dsp:nvSpPr>
        <dsp:cNvPr id="0" name=""/>
        <dsp:cNvSpPr/>
      </dsp:nvSpPr>
      <dsp:spPr>
        <a:xfrm>
          <a:off x="3496202" y="752759"/>
          <a:ext cx="721159" cy="7211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CD1F5-A59C-43DD-97E2-496958659BE6}">
      <dsp:nvSpPr>
        <dsp:cNvPr id="0" name=""/>
        <dsp:cNvSpPr/>
      </dsp:nvSpPr>
      <dsp:spPr>
        <a:xfrm>
          <a:off x="2826553" y="2133265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baseline="0"/>
            <a:t>Hibernate</a:t>
          </a:r>
          <a:r>
            <a:rPr lang="en-US" sz="1200" b="0" i="0" kern="1200" baseline="0"/>
            <a:t>: ORM tool for database interactions.</a:t>
          </a:r>
          <a:endParaRPr lang="en-US" sz="1200" kern="1200"/>
        </a:p>
      </dsp:txBody>
      <dsp:txXfrm>
        <a:off x="2826553" y="2133265"/>
        <a:ext cx="2060456" cy="720000"/>
      </dsp:txXfrm>
    </dsp:sp>
    <dsp:sp modelId="{08E1EBF3-502A-4868-9279-29EC58650B4F}">
      <dsp:nvSpPr>
        <dsp:cNvPr id="0" name=""/>
        <dsp:cNvSpPr/>
      </dsp:nvSpPr>
      <dsp:spPr>
        <a:xfrm>
          <a:off x="5649378" y="484900"/>
          <a:ext cx="1256878" cy="125687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A07A61-3A6B-4687-9329-2F05689D0900}">
      <dsp:nvSpPr>
        <dsp:cNvPr id="0" name=""/>
        <dsp:cNvSpPr/>
      </dsp:nvSpPr>
      <dsp:spPr>
        <a:xfrm>
          <a:off x="5917238" y="752759"/>
          <a:ext cx="721159" cy="7211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5EDDF8-2B43-443E-AA86-FEAC3445371C}">
      <dsp:nvSpPr>
        <dsp:cNvPr id="0" name=""/>
        <dsp:cNvSpPr/>
      </dsp:nvSpPr>
      <dsp:spPr>
        <a:xfrm>
          <a:off x="5247589" y="2133265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baseline="0"/>
            <a:t>JavaServer Faces (JSF)</a:t>
          </a:r>
          <a:r>
            <a:rPr lang="en-US" sz="1200" b="0" i="0" kern="1200" baseline="0"/>
            <a:t>: UI framework for web applications.</a:t>
          </a:r>
          <a:endParaRPr lang="en-US" sz="1200" kern="1200"/>
        </a:p>
      </dsp:txBody>
      <dsp:txXfrm>
        <a:off x="5247589" y="2133265"/>
        <a:ext cx="2060456" cy="720000"/>
      </dsp:txXfrm>
    </dsp:sp>
    <dsp:sp modelId="{D5CE7AE4-1710-485C-A2D5-95730EB0F90B}">
      <dsp:nvSpPr>
        <dsp:cNvPr id="0" name=""/>
        <dsp:cNvSpPr/>
      </dsp:nvSpPr>
      <dsp:spPr>
        <a:xfrm>
          <a:off x="8070414" y="484900"/>
          <a:ext cx="1256878" cy="125687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07BB72-8809-48D2-A667-8D98A7FDBC51}">
      <dsp:nvSpPr>
        <dsp:cNvPr id="0" name=""/>
        <dsp:cNvSpPr/>
      </dsp:nvSpPr>
      <dsp:spPr>
        <a:xfrm>
          <a:off x="8338274" y="752759"/>
          <a:ext cx="721159" cy="7211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FF7BB-452D-4382-992B-84B922D3D907}">
      <dsp:nvSpPr>
        <dsp:cNvPr id="0" name=""/>
        <dsp:cNvSpPr/>
      </dsp:nvSpPr>
      <dsp:spPr>
        <a:xfrm>
          <a:off x="7668626" y="2133265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 baseline="0"/>
            <a:t>Struts</a:t>
          </a:r>
          <a:r>
            <a:rPr lang="en-US" sz="1200" b="0" i="0" kern="1200" baseline="0"/>
            <a:t>: MVC-based web application framework. </a:t>
          </a:r>
          <a:endParaRPr lang="en-US" sz="1200" kern="1200"/>
        </a:p>
      </dsp:txBody>
      <dsp:txXfrm>
        <a:off x="7668626" y="2133265"/>
        <a:ext cx="2060456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3D42F4-EF60-4206-B8DA-A10DF64CBA3A}">
      <dsp:nvSpPr>
        <dsp:cNvPr id="0" name=""/>
        <dsp:cNvSpPr/>
      </dsp:nvSpPr>
      <dsp:spPr>
        <a:xfrm>
          <a:off x="0" y="504145"/>
          <a:ext cx="5210615" cy="1198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/>
            <a:t>Creational Patterns</a:t>
          </a:r>
          <a:r>
            <a:rPr lang="en-US" sz="3200" b="0" i="0" kern="1200" baseline="0"/>
            <a:t>: Singleton, Factory, Builder.</a:t>
          </a:r>
          <a:endParaRPr lang="en-US" sz="3200" kern="1200"/>
        </a:p>
      </dsp:txBody>
      <dsp:txXfrm>
        <a:off x="58485" y="562630"/>
        <a:ext cx="5093645" cy="1081110"/>
      </dsp:txXfrm>
    </dsp:sp>
    <dsp:sp modelId="{E444D0F6-DDA7-469D-A830-382BABE2D310}">
      <dsp:nvSpPr>
        <dsp:cNvPr id="0" name=""/>
        <dsp:cNvSpPr/>
      </dsp:nvSpPr>
      <dsp:spPr>
        <a:xfrm>
          <a:off x="0" y="1794386"/>
          <a:ext cx="5210615" cy="1198080"/>
        </a:xfrm>
        <a:prstGeom prst="roundRect">
          <a:avLst/>
        </a:prstGeom>
        <a:solidFill>
          <a:schemeClr val="accent2">
            <a:hueOff val="-10258300"/>
            <a:satOff val="7627"/>
            <a:lumOff val="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/>
            <a:t>Structural Patterns</a:t>
          </a:r>
          <a:r>
            <a:rPr lang="en-US" sz="3200" b="0" i="0" kern="1200" baseline="0"/>
            <a:t>: Adapter, Decorator, Proxy.</a:t>
          </a:r>
          <a:endParaRPr lang="en-US" sz="3200" kern="1200"/>
        </a:p>
      </dsp:txBody>
      <dsp:txXfrm>
        <a:off x="58485" y="1852871"/>
        <a:ext cx="5093645" cy="1081110"/>
      </dsp:txXfrm>
    </dsp:sp>
    <dsp:sp modelId="{D17EA69E-20FB-4B2D-8550-445DFBB46549}">
      <dsp:nvSpPr>
        <dsp:cNvPr id="0" name=""/>
        <dsp:cNvSpPr/>
      </dsp:nvSpPr>
      <dsp:spPr>
        <a:xfrm>
          <a:off x="0" y="3084626"/>
          <a:ext cx="5210615" cy="1198080"/>
        </a:xfrm>
        <a:prstGeom prst="roundRect">
          <a:avLst/>
        </a:prstGeom>
        <a:solidFill>
          <a:schemeClr val="accent2">
            <a:hueOff val="-20516600"/>
            <a:satOff val="15255"/>
            <a:lumOff val="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/>
            <a:t>Behavioral Patterns</a:t>
          </a:r>
          <a:r>
            <a:rPr lang="en-US" sz="3200" b="0" i="0" kern="1200" baseline="0"/>
            <a:t>: Observer, Strategy, Command. </a:t>
          </a:r>
          <a:endParaRPr lang="en-US" sz="3200" kern="1200"/>
        </a:p>
      </dsp:txBody>
      <dsp:txXfrm>
        <a:off x="58485" y="3143111"/>
        <a:ext cx="5093645" cy="10811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23588-BF96-4668-9973-B2E152A03A03}">
      <dsp:nvSpPr>
        <dsp:cNvPr id="0" name=""/>
        <dsp:cNvSpPr/>
      </dsp:nvSpPr>
      <dsp:spPr>
        <a:xfrm>
          <a:off x="0" y="0"/>
          <a:ext cx="4168492" cy="10531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Memory management (Garbage Collection)</a:t>
          </a:r>
          <a:endParaRPr lang="en-US" sz="2200" kern="1200"/>
        </a:p>
      </dsp:txBody>
      <dsp:txXfrm>
        <a:off x="30844" y="30844"/>
        <a:ext cx="2943121" cy="991419"/>
      </dsp:txXfrm>
    </dsp:sp>
    <dsp:sp modelId="{6A852BF2-2295-4B9F-8135-618FFCE366CA}">
      <dsp:nvSpPr>
        <dsp:cNvPr id="0" name=""/>
        <dsp:cNvSpPr/>
      </dsp:nvSpPr>
      <dsp:spPr>
        <a:xfrm>
          <a:off x="349111" y="1244581"/>
          <a:ext cx="4168492" cy="1053107"/>
        </a:xfrm>
        <a:prstGeom prst="roundRect">
          <a:avLst>
            <a:gd name="adj" fmla="val 10000"/>
          </a:avLst>
        </a:prstGeom>
        <a:solidFill>
          <a:schemeClr val="accent2">
            <a:hueOff val="-6838867"/>
            <a:satOff val="5085"/>
            <a:lumOff val="6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Multi-threading and concurrency issues</a:t>
          </a:r>
          <a:endParaRPr lang="en-US" sz="2200" kern="1200"/>
        </a:p>
      </dsp:txBody>
      <dsp:txXfrm>
        <a:off x="379955" y="1275425"/>
        <a:ext cx="3073173" cy="991419"/>
      </dsp:txXfrm>
    </dsp:sp>
    <dsp:sp modelId="{4BBA8A23-8ADB-47B6-9DCB-44A82C6662F2}">
      <dsp:nvSpPr>
        <dsp:cNvPr id="0" name=""/>
        <dsp:cNvSpPr/>
      </dsp:nvSpPr>
      <dsp:spPr>
        <a:xfrm>
          <a:off x="693011" y="2489163"/>
          <a:ext cx="4168492" cy="1053107"/>
        </a:xfrm>
        <a:prstGeom prst="roundRect">
          <a:avLst>
            <a:gd name="adj" fmla="val 10000"/>
          </a:avLst>
        </a:prstGeom>
        <a:solidFill>
          <a:schemeClr val="accent2">
            <a:hueOff val="-13677733"/>
            <a:satOff val="10170"/>
            <a:lumOff val="13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Managing external libraries and dependencies</a:t>
          </a:r>
          <a:endParaRPr lang="en-US" sz="2200" kern="1200"/>
        </a:p>
      </dsp:txBody>
      <dsp:txXfrm>
        <a:off x="723855" y="2520007"/>
        <a:ext cx="3078384" cy="991419"/>
      </dsp:txXfrm>
    </dsp:sp>
    <dsp:sp modelId="{B5F2FC6D-290E-4BCA-9E08-81C588FEBD9A}">
      <dsp:nvSpPr>
        <dsp:cNvPr id="0" name=""/>
        <dsp:cNvSpPr/>
      </dsp:nvSpPr>
      <dsp:spPr>
        <a:xfrm>
          <a:off x="1042123" y="3733744"/>
          <a:ext cx="4168492" cy="1053107"/>
        </a:xfrm>
        <a:prstGeom prst="roundRect">
          <a:avLst>
            <a:gd name="adj" fmla="val 10000"/>
          </a:avLst>
        </a:prstGeom>
        <a:solidFill>
          <a:schemeClr val="accent2">
            <a:hueOff val="-20516600"/>
            <a:satOff val="15255"/>
            <a:lumOff val="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Performance tuning and optimization </a:t>
          </a:r>
          <a:endParaRPr lang="en-US" sz="2200" kern="1200"/>
        </a:p>
      </dsp:txBody>
      <dsp:txXfrm>
        <a:off x="1072967" y="3764588"/>
        <a:ext cx="3073173" cy="991419"/>
      </dsp:txXfrm>
    </dsp:sp>
    <dsp:sp modelId="{BBA9C6E1-C531-4F77-BD5E-9DFD47761192}">
      <dsp:nvSpPr>
        <dsp:cNvPr id="0" name=""/>
        <dsp:cNvSpPr/>
      </dsp:nvSpPr>
      <dsp:spPr>
        <a:xfrm>
          <a:off x="3483972" y="806584"/>
          <a:ext cx="684519" cy="68451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3637989" y="806584"/>
        <a:ext cx="376485" cy="515101"/>
      </dsp:txXfrm>
    </dsp:sp>
    <dsp:sp modelId="{5FCF748B-8938-40E6-AD7E-D358E8715D73}">
      <dsp:nvSpPr>
        <dsp:cNvPr id="0" name=""/>
        <dsp:cNvSpPr/>
      </dsp:nvSpPr>
      <dsp:spPr>
        <a:xfrm>
          <a:off x="3833084" y="2051166"/>
          <a:ext cx="684519" cy="68451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0329651"/>
            <a:satOff val="6013"/>
            <a:lumOff val="33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0329651"/>
              <a:satOff val="6013"/>
              <a:lumOff val="33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3987101" y="2051166"/>
        <a:ext cx="376485" cy="515101"/>
      </dsp:txXfrm>
    </dsp:sp>
    <dsp:sp modelId="{E4AA1FD7-BE7A-43C7-9780-7D6D5A5202A4}">
      <dsp:nvSpPr>
        <dsp:cNvPr id="0" name=""/>
        <dsp:cNvSpPr/>
      </dsp:nvSpPr>
      <dsp:spPr>
        <a:xfrm>
          <a:off x="4176984" y="3295747"/>
          <a:ext cx="684519" cy="68451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659301"/>
            <a:satOff val="12025"/>
            <a:lumOff val="67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0659301"/>
              <a:satOff val="12025"/>
              <a:lumOff val="6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4331001" y="3295747"/>
        <a:ext cx="376485" cy="5151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0322F-C472-4BDD-909D-D64018DDA6D9}">
      <dsp:nvSpPr>
        <dsp:cNvPr id="0" name=""/>
        <dsp:cNvSpPr/>
      </dsp:nvSpPr>
      <dsp:spPr>
        <a:xfrm>
          <a:off x="972143" y="700054"/>
          <a:ext cx="927205" cy="9272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EA299-4A98-408B-81E0-650A1A1BB89A}">
      <dsp:nvSpPr>
        <dsp:cNvPr id="0" name=""/>
        <dsp:cNvSpPr/>
      </dsp:nvSpPr>
      <dsp:spPr>
        <a:xfrm>
          <a:off x="405517" y="1918111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Writing clean, readable code (SOLID principles)</a:t>
          </a:r>
          <a:endParaRPr lang="en-US" sz="1600" kern="1200"/>
        </a:p>
      </dsp:txBody>
      <dsp:txXfrm>
        <a:off x="405517" y="1918111"/>
        <a:ext cx="2060456" cy="720000"/>
      </dsp:txXfrm>
    </dsp:sp>
    <dsp:sp modelId="{1257802D-7447-4163-84FB-79A2BAEA8FF9}">
      <dsp:nvSpPr>
        <dsp:cNvPr id="0" name=""/>
        <dsp:cNvSpPr/>
      </dsp:nvSpPr>
      <dsp:spPr>
        <a:xfrm>
          <a:off x="3393179" y="700054"/>
          <a:ext cx="927205" cy="9272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A85D70-76D4-47A0-871F-FB55AAD30664}">
      <dsp:nvSpPr>
        <dsp:cNvPr id="0" name=""/>
        <dsp:cNvSpPr/>
      </dsp:nvSpPr>
      <dsp:spPr>
        <a:xfrm>
          <a:off x="2826553" y="1918111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Testing: Unit Testing (JUnit, Mockito), Integration Testing</a:t>
          </a:r>
          <a:endParaRPr lang="en-US" sz="1600" kern="1200"/>
        </a:p>
      </dsp:txBody>
      <dsp:txXfrm>
        <a:off x="2826553" y="1918111"/>
        <a:ext cx="2060456" cy="720000"/>
      </dsp:txXfrm>
    </dsp:sp>
    <dsp:sp modelId="{63C05603-6A91-43FC-9E7E-2527BE047A46}">
      <dsp:nvSpPr>
        <dsp:cNvPr id="0" name=""/>
        <dsp:cNvSpPr/>
      </dsp:nvSpPr>
      <dsp:spPr>
        <a:xfrm>
          <a:off x="5814215" y="700054"/>
          <a:ext cx="927205" cy="9272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9A9F35-D2C3-4E7D-8738-F79F29846404}">
      <dsp:nvSpPr>
        <dsp:cNvPr id="0" name=""/>
        <dsp:cNvSpPr/>
      </dsp:nvSpPr>
      <dsp:spPr>
        <a:xfrm>
          <a:off x="5247589" y="1918111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Security: Securing data, authentication, encryption</a:t>
          </a:r>
          <a:endParaRPr lang="en-US" sz="1600" kern="1200"/>
        </a:p>
      </dsp:txBody>
      <dsp:txXfrm>
        <a:off x="5247589" y="1918111"/>
        <a:ext cx="2060456" cy="720000"/>
      </dsp:txXfrm>
    </dsp:sp>
    <dsp:sp modelId="{304D14F6-2D6F-4BA2-91B6-E4B2E7054910}">
      <dsp:nvSpPr>
        <dsp:cNvPr id="0" name=""/>
        <dsp:cNvSpPr/>
      </dsp:nvSpPr>
      <dsp:spPr>
        <a:xfrm>
          <a:off x="8235251" y="700054"/>
          <a:ext cx="927205" cy="9272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D09AF0-3C3A-488C-B0AC-4E641A0832A5}">
      <dsp:nvSpPr>
        <dsp:cNvPr id="0" name=""/>
        <dsp:cNvSpPr/>
      </dsp:nvSpPr>
      <dsp:spPr>
        <a:xfrm>
          <a:off x="7668626" y="1918111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Performance: Profiling, caching, and memory management techniques </a:t>
          </a:r>
          <a:endParaRPr lang="en-US" sz="1600" kern="1200"/>
        </a:p>
      </dsp:txBody>
      <dsp:txXfrm>
        <a:off x="7668626" y="1918111"/>
        <a:ext cx="2060456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59FC29-3ED0-4CA7-8AD4-BFC53CFA1331}">
      <dsp:nvSpPr>
        <dsp:cNvPr id="0" name=""/>
        <dsp:cNvSpPr/>
      </dsp:nvSpPr>
      <dsp:spPr>
        <a:xfrm>
          <a:off x="147743" y="82761"/>
          <a:ext cx="1302577" cy="130257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DA487-5133-4AC9-B3F1-7BC482330C32}">
      <dsp:nvSpPr>
        <dsp:cNvPr id="0" name=""/>
        <dsp:cNvSpPr/>
      </dsp:nvSpPr>
      <dsp:spPr>
        <a:xfrm>
          <a:off x="421285" y="356302"/>
          <a:ext cx="755494" cy="7554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9B652-F751-4580-AB16-E319A4CE554D}">
      <dsp:nvSpPr>
        <dsp:cNvPr id="0" name=""/>
        <dsp:cNvSpPr/>
      </dsp:nvSpPr>
      <dsp:spPr>
        <a:xfrm>
          <a:off x="1729445" y="82761"/>
          <a:ext cx="3070361" cy="130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Microservices Architecture</a:t>
          </a:r>
          <a:r>
            <a:rPr lang="en-US" sz="2400" b="0" i="0" kern="1200" baseline="0"/>
            <a:t>: Spring Boot, Docker, Kubernetes.</a:t>
          </a:r>
          <a:endParaRPr lang="en-US" sz="2400" kern="1200"/>
        </a:p>
      </dsp:txBody>
      <dsp:txXfrm>
        <a:off x="1729445" y="82761"/>
        <a:ext cx="3070361" cy="1302577"/>
      </dsp:txXfrm>
    </dsp:sp>
    <dsp:sp modelId="{15D8D954-2798-4F18-A6D1-89698689CCAF}">
      <dsp:nvSpPr>
        <dsp:cNvPr id="0" name=""/>
        <dsp:cNvSpPr/>
      </dsp:nvSpPr>
      <dsp:spPr>
        <a:xfrm>
          <a:off x="5334793" y="82761"/>
          <a:ext cx="1302577" cy="130257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D619ED-8248-4A8B-92AE-CA66DA6E60DA}">
      <dsp:nvSpPr>
        <dsp:cNvPr id="0" name=""/>
        <dsp:cNvSpPr/>
      </dsp:nvSpPr>
      <dsp:spPr>
        <a:xfrm>
          <a:off x="5608334" y="356302"/>
          <a:ext cx="755494" cy="7554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4982F-1FEA-40E1-BACB-2884D8ECF449}">
      <dsp:nvSpPr>
        <dsp:cNvPr id="0" name=""/>
        <dsp:cNvSpPr/>
      </dsp:nvSpPr>
      <dsp:spPr>
        <a:xfrm>
          <a:off x="6916494" y="82761"/>
          <a:ext cx="3070361" cy="130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Cloud Integration</a:t>
          </a:r>
          <a:r>
            <a:rPr lang="en-US" sz="2400" b="0" i="0" kern="1200" baseline="0"/>
            <a:t>: Deploying Java applications in AWS, Azure, and GCP.</a:t>
          </a:r>
          <a:endParaRPr lang="en-US" sz="2400" kern="1200"/>
        </a:p>
      </dsp:txBody>
      <dsp:txXfrm>
        <a:off x="6916494" y="82761"/>
        <a:ext cx="3070361" cy="1302577"/>
      </dsp:txXfrm>
    </dsp:sp>
    <dsp:sp modelId="{B169FEC6-6B08-4976-B6CA-8CFC87B12852}">
      <dsp:nvSpPr>
        <dsp:cNvPr id="0" name=""/>
        <dsp:cNvSpPr/>
      </dsp:nvSpPr>
      <dsp:spPr>
        <a:xfrm>
          <a:off x="147743" y="1952827"/>
          <a:ext cx="1302577" cy="130257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F8487-23B9-4971-9568-68B527D0CB04}">
      <dsp:nvSpPr>
        <dsp:cNvPr id="0" name=""/>
        <dsp:cNvSpPr/>
      </dsp:nvSpPr>
      <dsp:spPr>
        <a:xfrm>
          <a:off x="421285" y="2226368"/>
          <a:ext cx="755494" cy="7554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BB1FC-C9A7-4DA1-96A1-262ED3AEB54E}">
      <dsp:nvSpPr>
        <dsp:cNvPr id="0" name=""/>
        <dsp:cNvSpPr/>
      </dsp:nvSpPr>
      <dsp:spPr>
        <a:xfrm>
          <a:off x="1729445" y="1952827"/>
          <a:ext cx="3070361" cy="130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Reactive Programming</a:t>
          </a:r>
          <a:r>
            <a:rPr lang="en-US" sz="2400" b="0" i="0" kern="1200" baseline="0"/>
            <a:t>: Handling asynchronous streams (Reactor, RxJava).</a:t>
          </a:r>
          <a:endParaRPr lang="en-US" sz="2400" kern="1200"/>
        </a:p>
      </dsp:txBody>
      <dsp:txXfrm>
        <a:off x="1729445" y="1952827"/>
        <a:ext cx="3070361" cy="1302577"/>
      </dsp:txXfrm>
    </dsp:sp>
    <dsp:sp modelId="{FA6D4F16-D0A8-4B86-BEFD-278C0D19CE7B}">
      <dsp:nvSpPr>
        <dsp:cNvPr id="0" name=""/>
        <dsp:cNvSpPr/>
      </dsp:nvSpPr>
      <dsp:spPr>
        <a:xfrm>
          <a:off x="5334793" y="1952827"/>
          <a:ext cx="1302577" cy="130257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24C969-969A-427A-AAA6-610F88C69DCF}">
      <dsp:nvSpPr>
        <dsp:cNvPr id="0" name=""/>
        <dsp:cNvSpPr/>
      </dsp:nvSpPr>
      <dsp:spPr>
        <a:xfrm>
          <a:off x="5608334" y="2226368"/>
          <a:ext cx="755494" cy="7554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BB58BE-CAA9-4F75-9A2C-B2CEC7E442F5}">
      <dsp:nvSpPr>
        <dsp:cNvPr id="0" name=""/>
        <dsp:cNvSpPr/>
      </dsp:nvSpPr>
      <dsp:spPr>
        <a:xfrm>
          <a:off x="6916494" y="1952827"/>
          <a:ext cx="3070361" cy="13025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AI/ML with Java</a:t>
          </a:r>
          <a:r>
            <a:rPr lang="en-US" sz="2400" b="0" i="0" kern="1200" baseline="0"/>
            <a:t>: Libraries like Deeplearning4j for building AI applications. </a:t>
          </a:r>
          <a:endParaRPr lang="en-US" sz="2400" kern="1200"/>
        </a:p>
      </dsp:txBody>
      <dsp:txXfrm>
        <a:off x="6916494" y="1952827"/>
        <a:ext cx="3070361" cy="130257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40ACE-0E44-4949-AD87-2270A0DDA36E}">
      <dsp:nvSpPr>
        <dsp:cNvPr id="0" name=""/>
        <dsp:cNvSpPr/>
      </dsp:nvSpPr>
      <dsp:spPr>
        <a:xfrm>
          <a:off x="1088744" y="493245"/>
          <a:ext cx="1278821" cy="12788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DDF59-70BB-4D44-811D-FDDA758A94DE}">
      <dsp:nvSpPr>
        <dsp:cNvPr id="0" name=""/>
        <dsp:cNvSpPr/>
      </dsp:nvSpPr>
      <dsp:spPr>
        <a:xfrm>
          <a:off x="307243" y="2124920"/>
          <a:ext cx="28418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Java</a:t>
          </a:r>
          <a:r>
            <a:rPr lang="en-US" sz="1800" b="0" i="0" kern="1200" baseline="0"/>
            <a:t>: The main programming language used.</a:t>
          </a:r>
          <a:endParaRPr lang="en-US" sz="1800" kern="1200"/>
        </a:p>
      </dsp:txBody>
      <dsp:txXfrm>
        <a:off x="307243" y="2124920"/>
        <a:ext cx="2841825" cy="720000"/>
      </dsp:txXfrm>
    </dsp:sp>
    <dsp:sp modelId="{9C38F821-4A06-41CC-B601-25FAD7EA6A00}">
      <dsp:nvSpPr>
        <dsp:cNvPr id="0" name=""/>
        <dsp:cNvSpPr/>
      </dsp:nvSpPr>
      <dsp:spPr>
        <a:xfrm>
          <a:off x="4427889" y="493245"/>
          <a:ext cx="1278821" cy="12788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82E760-2639-4CF5-A8BD-E5E8D8FB0916}">
      <dsp:nvSpPr>
        <dsp:cNvPr id="0" name=""/>
        <dsp:cNvSpPr/>
      </dsp:nvSpPr>
      <dsp:spPr>
        <a:xfrm>
          <a:off x="3646387" y="2124920"/>
          <a:ext cx="28418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Swing</a:t>
          </a:r>
          <a:r>
            <a:rPr lang="en-US" sz="1800" b="0" i="0" kern="1200" baseline="0"/>
            <a:t>: Java’s GUI toolkit to create windows, buttons, and input fields.</a:t>
          </a:r>
          <a:endParaRPr lang="en-US" sz="1800" kern="1200"/>
        </a:p>
      </dsp:txBody>
      <dsp:txXfrm>
        <a:off x="3646387" y="2124920"/>
        <a:ext cx="2841825" cy="720000"/>
      </dsp:txXfrm>
    </dsp:sp>
    <dsp:sp modelId="{10BE0BD5-0BDC-4A46-BF80-7A0B28A3BDE4}">
      <dsp:nvSpPr>
        <dsp:cNvPr id="0" name=""/>
        <dsp:cNvSpPr/>
      </dsp:nvSpPr>
      <dsp:spPr>
        <a:xfrm>
          <a:off x="7767033" y="493245"/>
          <a:ext cx="1278821" cy="12788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F16EA-F8A1-4EE8-83B7-3B32CD2173F0}">
      <dsp:nvSpPr>
        <dsp:cNvPr id="0" name=""/>
        <dsp:cNvSpPr/>
      </dsp:nvSpPr>
      <dsp:spPr>
        <a:xfrm>
          <a:off x="6985531" y="2124920"/>
          <a:ext cx="284182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JDK</a:t>
          </a:r>
          <a:r>
            <a:rPr lang="en-US" sz="1800" b="0" i="0" kern="1200" baseline="0"/>
            <a:t>: Java Development Kit for compiling and running the application. </a:t>
          </a:r>
          <a:endParaRPr lang="en-US" sz="1800" kern="1200"/>
        </a:p>
      </dsp:txBody>
      <dsp:txXfrm>
        <a:off x="6985531" y="2124920"/>
        <a:ext cx="2841825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B91D72-E344-4F01-AA12-3F90B1D4AE0B}">
      <dsp:nvSpPr>
        <dsp:cNvPr id="0" name=""/>
        <dsp:cNvSpPr/>
      </dsp:nvSpPr>
      <dsp:spPr>
        <a:xfrm>
          <a:off x="0" y="613659"/>
          <a:ext cx="2850356" cy="18099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1C4F3B-B612-4BBC-B58A-67F790124BA0}">
      <dsp:nvSpPr>
        <dsp:cNvPr id="0" name=""/>
        <dsp:cNvSpPr/>
      </dsp:nvSpPr>
      <dsp:spPr>
        <a:xfrm>
          <a:off x="316706" y="914530"/>
          <a:ext cx="2850356" cy="18099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Front-end (GUI)</a:t>
          </a:r>
          <a:r>
            <a:rPr lang="en-US" sz="2200" b="0" i="0" kern="1200" baseline="0"/>
            <a:t>: Built using Java Swing components such as JFrame, JButton, and JTextField.</a:t>
          </a:r>
          <a:endParaRPr lang="en-US" sz="2200" kern="1200"/>
        </a:p>
      </dsp:txBody>
      <dsp:txXfrm>
        <a:off x="369718" y="967542"/>
        <a:ext cx="2744332" cy="1703952"/>
      </dsp:txXfrm>
    </dsp:sp>
    <dsp:sp modelId="{B9FD543A-7DD0-45EE-8B10-D5FA90DDD55E}">
      <dsp:nvSpPr>
        <dsp:cNvPr id="0" name=""/>
        <dsp:cNvSpPr/>
      </dsp:nvSpPr>
      <dsp:spPr>
        <a:xfrm>
          <a:off x="3483768" y="613659"/>
          <a:ext cx="2850356" cy="18099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2FB10A-ADD6-4E94-8219-28F80AD3DEBA}">
      <dsp:nvSpPr>
        <dsp:cNvPr id="0" name=""/>
        <dsp:cNvSpPr/>
      </dsp:nvSpPr>
      <dsp:spPr>
        <a:xfrm>
          <a:off x="3800475" y="914530"/>
          <a:ext cx="2850356" cy="18099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Back-end (Logic)</a:t>
          </a:r>
          <a:r>
            <a:rPr lang="en-US" sz="2200" b="0" i="0" kern="1200" baseline="0"/>
            <a:t>: Handles user input and performs arithmetic calculations.</a:t>
          </a:r>
          <a:endParaRPr lang="en-US" sz="2200" kern="1200"/>
        </a:p>
      </dsp:txBody>
      <dsp:txXfrm>
        <a:off x="3853487" y="967542"/>
        <a:ext cx="2744332" cy="1703952"/>
      </dsp:txXfrm>
    </dsp:sp>
    <dsp:sp modelId="{39A87678-8B83-49EE-B0F2-5F548B3063C4}">
      <dsp:nvSpPr>
        <dsp:cNvPr id="0" name=""/>
        <dsp:cNvSpPr/>
      </dsp:nvSpPr>
      <dsp:spPr>
        <a:xfrm>
          <a:off x="6967537" y="613659"/>
          <a:ext cx="2850356" cy="18099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E88312-2387-4E19-A18A-6F99A5F18C2A}">
      <dsp:nvSpPr>
        <dsp:cNvPr id="0" name=""/>
        <dsp:cNvSpPr/>
      </dsp:nvSpPr>
      <dsp:spPr>
        <a:xfrm>
          <a:off x="7284243" y="914530"/>
          <a:ext cx="2850356" cy="18099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Event Handling</a:t>
          </a:r>
          <a:r>
            <a:rPr lang="en-US" sz="2200" b="0" i="0" kern="1200" baseline="0"/>
            <a:t>: Listens to button clicks to trigger appropriate actions (using ActionListener). </a:t>
          </a:r>
          <a:endParaRPr lang="en-US" sz="2200" kern="1200"/>
        </a:p>
      </dsp:txBody>
      <dsp:txXfrm>
        <a:off x="7337255" y="967542"/>
        <a:ext cx="2744332" cy="170395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4EC073-A5D6-4AAB-835E-9B9612C05417}">
      <dsp:nvSpPr>
        <dsp:cNvPr id="0" name=""/>
        <dsp:cNvSpPr/>
      </dsp:nvSpPr>
      <dsp:spPr>
        <a:xfrm>
          <a:off x="807306" y="484900"/>
          <a:ext cx="1256878" cy="125687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AF8E7E-BEB6-4F89-B2BB-E83226CA2990}">
      <dsp:nvSpPr>
        <dsp:cNvPr id="0" name=""/>
        <dsp:cNvSpPr/>
      </dsp:nvSpPr>
      <dsp:spPr>
        <a:xfrm>
          <a:off x="1075166" y="752759"/>
          <a:ext cx="721159" cy="7211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72C74-D090-4FE1-9CC7-64CB328BA326}">
      <dsp:nvSpPr>
        <dsp:cNvPr id="0" name=""/>
        <dsp:cNvSpPr/>
      </dsp:nvSpPr>
      <dsp:spPr>
        <a:xfrm>
          <a:off x="405517" y="2133265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 baseline="0"/>
            <a:t>Main Frame (JFrame)</a:t>
          </a:r>
          <a:r>
            <a:rPr lang="en-US" sz="1100" b="0" i="0" kern="1200" baseline="0"/>
            <a:t>: The main window where the calculator is displayed.</a:t>
          </a:r>
          <a:endParaRPr lang="en-US" sz="1100" kern="1200"/>
        </a:p>
      </dsp:txBody>
      <dsp:txXfrm>
        <a:off x="405517" y="2133265"/>
        <a:ext cx="2060456" cy="720000"/>
      </dsp:txXfrm>
    </dsp:sp>
    <dsp:sp modelId="{C2D7ED39-ACA8-40FF-B9D8-22221CC0B495}">
      <dsp:nvSpPr>
        <dsp:cNvPr id="0" name=""/>
        <dsp:cNvSpPr/>
      </dsp:nvSpPr>
      <dsp:spPr>
        <a:xfrm>
          <a:off x="3228342" y="484900"/>
          <a:ext cx="1256878" cy="125687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21F99-612E-49AC-9065-BBF8E3253A1F}">
      <dsp:nvSpPr>
        <dsp:cNvPr id="0" name=""/>
        <dsp:cNvSpPr/>
      </dsp:nvSpPr>
      <dsp:spPr>
        <a:xfrm>
          <a:off x="3496202" y="752759"/>
          <a:ext cx="721159" cy="7211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077B9-DEF6-46DD-8C1F-A9EF416C8D33}">
      <dsp:nvSpPr>
        <dsp:cNvPr id="0" name=""/>
        <dsp:cNvSpPr/>
      </dsp:nvSpPr>
      <dsp:spPr>
        <a:xfrm>
          <a:off x="2826553" y="2133265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 baseline="0"/>
            <a:t>Text Field (JTextField)</a:t>
          </a:r>
          <a:r>
            <a:rPr lang="en-US" sz="1100" b="0" i="0" kern="1200" baseline="0"/>
            <a:t>: Used for input and output display of numbers.</a:t>
          </a:r>
          <a:endParaRPr lang="en-US" sz="1100" kern="1200"/>
        </a:p>
      </dsp:txBody>
      <dsp:txXfrm>
        <a:off x="2826553" y="2133265"/>
        <a:ext cx="2060456" cy="720000"/>
      </dsp:txXfrm>
    </dsp:sp>
    <dsp:sp modelId="{42E2B202-931F-4D5A-8758-97E0C2088B4A}">
      <dsp:nvSpPr>
        <dsp:cNvPr id="0" name=""/>
        <dsp:cNvSpPr/>
      </dsp:nvSpPr>
      <dsp:spPr>
        <a:xfrm>
          <a:off x="5649378" y="484900"/>
          <a:ext cx="1256878" cy="125687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F7175C-DCA3-4879-B43C-FD20A73E3EBA}">
      <dsp:nvSpPr>
        <dsp:cNvPr id="0" name=""/>
        <dsp:cNvSpPr/>
      </dsp:nvSpPr>
      <dsp:spPr>
        <a:xfrm>
          <a:off x="5917238" y="752759"/>
          <a:ext cx="721159" cy="7211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FC1FBB-33F5-44B1-9E77-574ED23B45F8}">
      <dsp:nvSpPr>
        <dsp:cNvPr id="0" name=""/>
        <dsp:cNvSpPr/>
      </dsp:nvSpPr>
      <dsp:spPr>
        <a:xfrm>
          <a:off x="5247589" y="2133265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 baseline="0"/>
            <a:t>Buttons (JButton)</a:t>
          </a:r>
          <a:r>
            <a:rPr lang="en-US" sz="1100" b="0" i="0" kern="1200" baseline="0"/>
            <a:t>: Number buttons (0-9) and operator buttons (+, -, *, /).</a:t>
          </a:r>
          <a:endParaRPr lang="en-US" sz="1100" kern="1200"/>
        </a:p>
      </dsp:txBody>
      <dsp:txXfrm>
        <a:off x="5247589" y="2133265"/>
        <a:ext cx="2060456" cy="720000"/>
      </dsp:txXfrm>
    </dsp:sp>
    <dsp:sp modelId="{3F1EB0F4-82EB-4C79-B806-98EF66E5DAC6}">
      <dsp:nvSpPr>
        <dsp:cNvPr id="0" name=""/>
        <dsp:cNvSpPr/>
      </dsp:nvSpPr>
      <dsp:spPr>
        <a:xfrm>
          <a:off x="8070414" y="484900"/>
          <a:ext cx="1256878" cy="125687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F9198B-797E-475C-A52D-A8113304F87F}">
      <dsp:nvSpPr>
        <dsp:cNvPr id="0" name=""/>
        <dsp:cNvSpPr/>
      </dsp:nvSpPr>
      <dsp:spPr>
        <a:xfrm>
          <a:off x="8338274" y="752759"/>
          <a:ext cx="721159" cy="7211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8638D-032A-4AB7-B9D3-8C4960A0287B}">
      <dsp:nvSpPr>
        <dsp:cNvPr id="0" name=""/>
        <dsp:cNvSpPr/>
      </dsp:nvSpPr>
      <dsp:spPr>
        <a:xfrm>
          <a:off x="7668626" y="2133265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 baseline="0"/>
            <a:t>Action Listener (ActionListener)</a:t>
          </a:r>
          <a:r>
            <a:rPr lang="en-US" sz="1100" b="0" i="0" kern="1200" baseline="0"/>
            <a:t>: Captures button presses and performs actions. </a:t>
          </a:r>
          <a:endParaRPr lang="en-US" sz="1100" kern="1200"/>
        </a:p>
      </dsp:txBody>
      <dsp:txXfrm>
        <a:off x="7668626" y="2133265"/>
        <a:ext cx="2060456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F287A1-B242-4158-B39C-6FBE9F0C0CC2}">
      <dsp:nvSpPr>
        <dsp:cNvPr id="0" name=""/>
        <dsp:cNvSpPr/>
      </dsp:nvSpPr>
      <dsp:spPr>
        <a:xfrm>
          <a:off x="0" y="0"/>
          <a:ext cx="8614410" cy="1190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Recap of Java's role in application development</a:t>
          </a:r>
          <a:endParaRPr lang="en-US" sz="3300" kern="1200"/>
        </a:p>
      </dsp:txBody>
      <dsp:txXfrm>
        <a:off x="34877" y="34877"/>
        <a:ext cx="7329441" cy="1121048"/>
      </dsp:txXfrm>
    </dsp:sp>
    <dsp:sp modelId="{CB2E4D63-946D-4F4A-8E7C-377BB31B5B3A}">
      <dsp:nvSpPr>
        <dsp:cNvPr id="0" name=""/>
        <dsp:cNvSpPr/>
      </dsp:nvSpPr>
      <dsp:spPr>
        <a:xfrm>
          <a:off x="760094" y="1389269"/>
          <a:ext cx="8614410" cy="1190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Highlight its versatility across different types of applications</a:t>
          </a:r>
          <a:endParaRPr lang="en-US" sz="3300" kern="1200"/>
        </a:p>
      </dsp:txBody>
      <dsp:txXfrm>
        <a:off x="794971" y="1424146"/>
        <a:ext cx="7010539" cy="1121048"/>
      </dsp:txXfrm>
    </dsp:sp>
    <dsp:sp modelId="{893A3C46-4E9A-4021-80F8-4EA62F7A20C3}">
      <dsp:nvSpPr>
        <dsp:cNvPr id="0" name=""/>
        <dsp:cNvSpPr/>
      </dsp:nvSpPr>
      <dsp:spPr>
        <a:xfrm>
          <a:off x="1520189" y="2778539"/>
          <a:ext cx="8614410" cy="1190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Future potential and importance in modern development </a:t>
          </a:r>
          <a:endParaRPr lang="en-US" sz="3300" kern="1200"/>
        </a:p>
      </dsp:txBody>
      <dsp:txXfrm>
        <a:off x="1555066" y="2813416"/>
        <a:ext cx="7010539" cy="1121048"/>
      </dsp:txXfrm>
    </dsp:sp>
    <dsp:sp modelId="{A982D548-F831-4D8C-BF06-51E470B133F5}">
      <dsp:nvSpPr>
        <dsp:cNvPr id="0" name=""/>
        <dsp:cNvSpPr/>
      </dsp:nvSpPr>
      <dsp:spPr>
        <a:xfrm>
          <a:off x="7840388" y="903025"/>
          <a:ext cx="774021" cy="77402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014543" y="903025"/>
        <a:ext cx="425711" cy="582451"/>
      </dsp:txXfrm>
    </dsp:sp>
    <dsp:sp modelId="{0D26A132-E117-4105-9EF7-D91823BFB718}">
      <dsp:nvSpPr>
        <dsp:cNvPr id="0" name=""/>
        <dsp:cNvSpPr/>
      </dsp:nvSpPr>
      <dsp:spPr>
        <a:xfrm>
          <a:off x="8600483" y="2284356"/>
          <a:ext cx="774021" cy="77402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774638" y="2284356"/>
        <a:ext cx="425711" cy="58245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237C5-FAB0-4384-B8EC-B334AE28B96C}">
      <dsp:nvSpPr>
        <dsp:cNvPr id="0" name=""/>
        <dsp:cNvSpPr/>
      </dsp:nvSpPr>
      <dsp:spPr>
        <a:xfrm>
          <a:off x="0" y="625"/>
          <a:ext cx="5343082" cy="14629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588642-A315-48A2-B427-3C89D9B8871F}">
      <dsp:nvSpPr>
        <dsp:cNvPr id="0" name=""/>
        <dsp:cNvSpPr/>
      </dsp:nvSpPr>
      <dsp:spPr>
        <a:xfrm>
          <a:off x="442545" y="329790"/>
          <a:ext cx="804627" cy="8046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E0A0E-EFBE-4DA2-AA27-81B3B423C25E}">
      <dsp:nvSpPr>
        <dsp:cNvPr id="0" name=""/>
        <dsp:cNvSpPr/>
      </dsp:nvSpPr>
      <dsp:spPr>
        <a:xfrm>
          <a:off x="1689717" y="625"/>
          <a:ext cx="3653365" cy="1462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30" tIns="154830" rIns="154830" bIns="1548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Grid Layout</a:t>
          </a:r>
          <a:r>
            <a:rPr lang="en-US" sz="2200" b="0" i="0" kern="1200" baseline="0"/>
            <a:t>: The calculator uses a 4x4 grid layout for buttons (numbers and operations).</a:t>
          </a:r>
          <a:endParaRPr lang="en-US" sz="2200" kern="1200"/>
        </a:p>
      </dsp:txBody>
      <dsp:txXfrm>
        <a:off x="1689717" y="625"/>
        <a:ext cx="3653365" cy="1462958"/>
      </dsp:txXfrm>
    </dsp:sp>
    <dsp:sp modelId="{B3622CDA-61F0-4263-9FE6-ED985BBA3751}">
      <dsp:nvSpPr>
        <dsp:cNvPr id="0" name=""/>
        <dsp:cNvSpPr/>
      </dsp:nvSpPr>
      <dsp:spPr>
        <a:xfrm>
          <a:off x="0" y="1829323"/>
          <a:ext cx="5343082" cy="14629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BE110B-9EBE-42E1-98EA-48878DE6EB58}">
      <dsp:nvSpPr>
        <dsp:cNvPr id="0" name=""/>
        <dsp:cNvSpPr/>
      </dsp:nvSpPr>
      <dsp:spPr>
        <a:xfrm>
          <a:off x="442545" y="2158489"/>
          <a:ext cx="804627" cy="8046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66ECB8-9609-4E49-9E3D-A28745155893}">
      <dsp:nvSpPr>
        <dsp:cNvPr id="0" name=""/>
        <dsp:cNvSpPr/>
      </dsp:nvSpPr>
      <dsp:spPr>
        <a:xfrm>
          <a:off x="1689717" y="1829323"/>
          <a:ext cx="3653365" cy="1462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30" tIns="154830" rIns="154830" bIns="1548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Real-time Input Display</a:t>
          </a:r>
          <a:r>
            <a:rPr lang="en-US" sz="2200" b="0" i="0" kern="1200" baseline="0"/>
            <a:t>: As the user presses buttons, the input is displayed in the text field.</a:t>
          </a:r>
          <a:endParaRPr lang="en-US" sz="2200" kern="1200"/>
        </a:p>
      </dsp:txBody>
      <dsp:txXfrm>
        <a:off x="1689717" y="1829323"/>
        <a:ext cx="3653365" cy="1462958"/>
      </dsp:txXfrm>
    </dsp:sp>
    <dsp:sp modelId="{31859749-E4DA-4B81-85A0-272C6B54E738}">
      <dsp:nvSpPr>
        <dsp:cNvPr id="0" name=""/>
        <dsp:cNvSpPr/>
      </dsp:nvSpPr>
      <dsp:spPr>
        <a:xfrm>
          <a:off x="0" y="3658022"/>
          <a:ext cx="5343082" cy="14629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5E736C-493B-4B30-92DB-47EE8EFE22E3}">
      <dsp:nvSpPr>
        <dsp:cNvPr id="0" name=""/>
        <dsp:cNvSpPr/>
      </dsp:nvSpPr>
      <dsp:spPr>
        <a:xfrm>
          <a:off x="442545" y="3987187"/>
          <a:ext cx="804627" cy="8046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6B16F2-E3B5-46E6-A43D-11364FDAC0C9}">
      <dsp:nvSpPr>
        <dsp:cNvPr id="0" name=""/>
        <dsp:cNvSpPr/>
      </dsp:nvSpPr>
      <dsp:spPr>
        <a:xfrm>
          <a:off x="1689717" y="3658022"/>
          <a:ext cx="3653365" cy="1462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830" tIns="154830" rIns="154830" bIns="15483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Simple, Intuitive Design</a:t>
          </a:r>
          <a:r>
            <a:rPr lang="en-US" sz="2200" b="0" i="0" kern="1200" baseline="0"/>
            <a:t>: Easily navigable for performing basic operations. </a:t>
          </a:r>
          <a:endParaRPr lang="en-US" sz="2200" kern="1200"/>
        </a:p>
      </dsp:txBody>
      <dsp:txXfrm>
        <a:off x="1689717" y="3658022"/>
        <a:ext cx="3653365" cy="146295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DEFB86-8F06-4559-98DF-40D47ABF7788}">
      <dsp:nvSpPr>
        <dsp:cNvPr id="0" name=""/>
        <dsp:cNvSpPr/>
      </dsp:nvSpPr>
      <dsp:spPr>
        <a:xfrm>
          <a:off x="134291" y="-66980"/>
          <a:ext cx="4942033" cy="4942033"/>
        </a:xfrm>
        <a:prstGeom prst="circularArrow">
          <a:avLst>
            <a:gd name="adj1" fmla="val 5544"/>
            <a:gd name="adj2" fmla="val 330680"/>
            <a:gd name="adj3" fmla="val 14886972"/>
            <a:gd name="adj4" fmla="val 16740390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A247E-A5A1-411F-A9E4-73EB433ACD93}">
      <dsp:nvSpPr>
        <dsp:cNvPr id="0" name=""/>
        <dsp:cNvSpPr/>
      </dsp:nvSpPr>
      <dsp:spPr>
        <a:xfrm>
          <a:off x="2041757" y="4173"/>
          <a:ext cx="1127101" cy="563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Supported Operations</a:t>
          </a:r>
          <a:r>
            <a:rPr lang="en-US" sz="1200" b="0" i="0" kern="1200" baseline="0"/>
            <a:t>:</a:t>
          </a:r>
          <a:endParaRPr lang="en-US" sz="1200" kern="1200"/>
        </a:p>
      </dsp:txBody>
      <dsp:txXfrm>
        <a:off x="2069267" y="31683"/>
        <a:ext cx="1072081" cy="508530"/>
      </dsp:txXfrm>
    </dsp:sp>
    <dsp:sp modelId="{11802227-A806-4748-9395-B20BDDA0A1C8}">
      <dsp:nvSpPr>
        <dsp:cNvPr id="0" name=""/>
        <dsp:cNvSpPr/>
      </dsp:nvSpPr>
      <dsp:spPr>
        <a:xfrm>
          <a:off x="3280501" y="406666"/>
          <a:ext cx="1127101" cy="563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Addition</a:t>
          </a:r>
          <a:endParaRPr lang="en-US" sz="1200" kern="1200"/>
        </a:p>
      </dsp:txBody>
      <dsp:txXfrm>
        <a:off x="3308011" y="434176"/>
        <a:ext cx="1072081" cy="508530"/>
      </dsp:txXfrm>
    </dsp:sp>
    <dsp:sp modelId="{777C59A5-B94D-4EA1-9F99-0AD2E359E9E2}">
      <dsp:nvSpPr>
        <dsp:cNvPr id="0" name=""/>
        <dsp:cNvSpPr/>
      </dsp:nvSpPr>
      <dsp:spPr>
        <a:xfrm>
          <a:off x="4046087" y="1460404"/>
          <a:ext cx="1127101" cy="563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Subtraction</a:t>
          </a:r>
          <a:endParaRPr lang="en-US" sz="1200" kern="1200"/>
        </a:p>
      </dsp:txBody>
      <dsp:txXfrm>
        <a:off x="4073597" y="1487914"/>
        <a:ext cx="1072081" cy="508530"/>
      </dsp:txXfrm>
    </dsp:sp>
    <dsp:sp modelId="{248A4F3C-030B-49D2-BDDB-7E159E8768AA}">
      <dsp:nvSpPr>
        <dsp:cNvPr id="0" name=""/>
        <dsp:cNvSpPr/>
      </dsp:nvSpPr>
      <dsp:spPr>
        <a:xfrm>
          <a:off x="4046087" y="2762896"/>
          <a:ext cx="1127101" cy="563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Multiplication</a:t>
          </a:r>
          <a:endParaRPr lang="en-US" sz="1200" kern="1200"/>
        </a:p>
      </dsp:txBody>
      <dsp:txXfrm>
        <a:off x="4073597" y="2790406"/>
        <a:ext cx="1072081" cy="508530"/>
      </dsp:txXfrm>
    </dsp:sp>
    <dsp:sp modelId="{DC84C38E-6453-4BCE-BFE1-0B750E0432FD}">
      <dsp:nvSpPr>
        <dsp:cNvPr id="0" name=""/>
        <dsp:cNvSpPr/>
      </dsp:nvSpPr>
      <dsp:spPr>
        <a:xfrm>
          <a:off x="3280501" y="3816635"/>
          <a:ext cx="1127101" cy="563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Division</a:t>
          </a:r>
          <a:endParaRPr lang="en-US" sz="1200" kern="1200"/>
        </a:p>
      </dsp:txBody>
      <dsp:txXfrm>
        <a:off x="3308011" y="3844145"/>
        <a:ext cx="1072081" cy="508530"/>
      </dsp:txXfrm>
    </dsp:sp>
    <dsp:sp modelId="{20E48AC6-D162-4103-9DD3-8E2DE294B0C7}">
      <dsp:nvSpPr>
        <dsp:cNvPr id="0" name=""/>
        <dsp:cNvSpPr/>
      </dsp:nvSpPr>
      <dsp:spPr>
        <a:xfrm>
          <a:off x="2041757" y="4219127"/>
          <a:ext cx="1127101" cy="563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i="0" kern="1200" baseline="0"/>
            <a:t>Flow</a:t>
          </a:r>
          <a:r>
            <a:rPr lang="en-US" sz="1200" b="0" i="0" kern="1200" baseline="0"/>
            <a:t>:</a:t>
          </a:r>
          <a:endParaRPr lang="en-US" sz="1200" kern="1200"/>
        </a:p>
      </dsp:txBody>
      <dsp:txXfrm>
        <a:off x="2069267" y="4246637"/>
        <a:ext cx="1072081" cy="508530"/>
      </dsp:txXfrm>
    </dsp:sp>
    <dsp:sp modelId="{538879FB-7B9A-4BD7-856E-FADC9574F1E5}">
      <dsp:nvSpPr>
        <dsp:cNvPr id="0" name=""/>
        <dsp:cNvSpPr/>
      </dsp:nvSpPr>
      <dsp:spPr>
        <a:xfrm>
          <a:off x="803013" y="3816635"/>
          <a:ext cx="1127101" cy="563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User enters the first number.</a:t>
          </a:r>
          <a:endParaRPr lang="en-US" sz="1200" kern="1200"/>
        </a:p>
      </dsp:txBody>
      <dsp:txXfrm>
        <a:off x="830523" y="3844145"/>
        <a:ext cx="1072081" cy="508530"/>
      </dsp:txXfrm>
    </dsp:sp>
    <dsp:sp modelId="{5CF0CDF6-E6E8-499D-94CD-8049AA6FDFBD}">
      <dsp:nvSpPr>
        <dsp:cNvPr id="0" name=""/>
        <dsp:cNvSpPr/>
      </dsp:nvSpPr>
      <dsp:spPr>
        <a:xfrm>
          <a:off x="37427" y="2762896"/>
          <a:ext cx="1127101" cy="563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Selects the operator.</a:t>
          </a:r>
          <a:endParaRPr lang="en-US" sz="1200" kern="1200"/>
        </a:p>
      </dsp:txBody>
      <dsp:txXfrm>
        <a:off x="64937" y="2790406"/>
        <a:ext cx="1072081" cy="508530"/>
      </dsp:txXfrm>
    </dsp:sp>
    <dsp:sp modelId="{C101956A-AECF-4436-A2CC-90BDADBDE21C}">
      <dsp:nvSpPr>
        <dsp:cNvPr id="0" name=""/>
        <dsp:cNvSpPr/>
      </dsp:nvSpPr>
      <dsp:spPr>
        <a:xfrm>
          <a:off x="37427" y="1460404"/>
          <a:ext cx="1127101" cy="563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Enters the second number.</a:t>
          </a:r>
          <a:endParaRPr lang="en-US" sz="1200" kern="1200"/>
        </a:p>
      </dsp:txBody>
      <dsp:txXfrm>
        <a:off x="64937" y="1487914"/>
        <a:ext cx="1072081" cy="508530"/>
      </dsp:txXfrm>
    </dsp:sp>
    <dsp:sp modelId="{A7B79A88-E9C0-4FB8-91EE-78E9027ED2B0}">
      <dsp:nvSpPr>
        <dsp:cNvPr id="0" name=""/>
        <dsp:cNvSpPr/>
      </dsp:nvSpPr>
      <dsp:spPr>
        <a:xfrm>
          <a:off x="803013" y="406666"/>
          <a:ext cx="1127101" cy="5635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Presses = to view the result.</a:t>
          </a:r>
          <a:endParaRPr lang="en-US" sz="1200" kern="1200"/>
        </a:p>
      </dsp:txBody>
      <dsp:txXfrm>
        <a:off x="830523" y="434176"/>
        <a:ext cx="1072081" cy="50853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011ECE-C030-4E5A-820C-576914A93612}">
      <dsp:nvSpPr>
        <dsp:cNvPr id="0" name=""/>
        <dsp:cNvSpPr/>
      </dsp:nvSpPr>
      <dsp:spPr>
        <a:xfrm>
          <a:off x="1017" y="657232"/>
          <a:ext cx="2170241" cy="13021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Action Capture</a:t>
          </a:r>
          <a:r>
            <a:rPr lang="en-US" sz="1600" b="0" i="0" kern="1200" baseline="0"/>
            <a:t>: Button clicks trigger the ActionListener.</a:t>
          </a:r>
          <a:endParaRPr lang="en-US" sz="1600" kern="1200"/>
        </a:p>
      </dsp:txBody>
      <dsp:txXfrm>
        <a:off x="39156" y="695371"/>
        <a:ext cx="2093963" cy="1225867"/>
      </dsp:txXfrm>
    </dsp:sp>
    <dsp:sp modelId="{0D785388-C766-4A04-B1C8-BCE51454D014}">
      <dsp:nvSpPr>
        <dsp:cNvPr id="0" name=""/>
        <dsp:cNvSpPr/>
      </dsp:nvSpPr>
      <dsp:spPr>
        <a:xfrm>
          <a:off x="2362240" y="1039195"/>
          <a:ext cx="460091" cy="5382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362240" y="1146839"/>
        <a:ext cx="322064" cy="322931"/>
      </dsp:txXfrm>
    </dsp:sp>
    <dsp:sp modelId="{A2BBF4C6-0D78-4435-B7FB-BD4998273F0D}">
      <dsp:nvSpPr>
        <dsp:cNvPr id="0" name=""/>
        <dsp:cNvSpPr/>
      </dsp:nvSpPr>
      <dsp:spPr>
        <a:xfrm>
          <a:off x="3039356" y="657232"/>
          <a:ext cx="2170241" cy="13021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Input Handling</a:t>
          </a:r>
          <a:r>
            <a:rPr lang="en-US" sz="1600" b="0" i="0" kern="1200" baseline="0"/>
            <a:t>: Numbers are captured and displayed in the text field.</a:t>
          </a:r>
          <a:endParaRPr lang="en-US" sz="1600" kern="1200"/>
        </a:p>
      </dsp:txBody>
      <dsp:txXfrm>
        <a:off x="3077495" y="695371"/>
        <a:ext cx="2093963" cy="1225867"/>
      </dsp:txXfrm>
    </dsp:sp>
    <dsp:sp modelId="{9FBABE2E-872F-4BDA-9B85-BCE49E7E8404}">
      <dsp:nvSpPr>
        <dsp:cNvPr id="0" name=""/>
        <dsp:cNvSpPr/>
      </dsp:nvSpPr>
      <dsp:spPr>
        <a:xfrm rot="5400000">
          <a:off x="3894431" y="2111294"/>
          <a:ext cx="460091" cy="5382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3963012" y="2150358"/>
        <a:ext cx="322931" cy="322064"/>
      </dsp:txXfrm>
    </dsp:sp>
    <dsp:sp modelId="{1F6643F7-23A3-4350-A624-C0A1C46BB965}">
      <dsp:nvSpPr>
        <dsp:cNvPr id="0" name=""/>
        <dsp:cNvSpPr/>
      </dsp:nvSpPr>
      <dsp:spPr>
        <a:xfrm>
          <a:off x="3039356" y="2827474"/>
          <a:ext cx="2170241" cy="13021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Operator Logic</a:t>
          </a:r>
          <a:r>
            <a:rPr lang="en-US" sz="1600" b="0" i="0" kern="1200" baseline="0"/>
            <a:t>: The operator is stored when pressed.</a:t>
          </a:r>
          <a:endParaRPr lang="en-US" sz="1600" kern="1200"/>
        </a:p>
      </dsp:txBody>
      <dsp:txXfrm>
        <a:off x="3077495" y="2865613"/>
        <a:ext cx="2093963" cy="1225867"/>
      </dsp:txXfrm>
    </dsp:sp>
    <dsp:sp modelId="{5019E64F-DE15-4434-9FCB-1D8ACFE5D89B}">
      <dsp:nvSpPr>
        <dsp:cNvPr id="0" name=""/>
        <dsp:cNvSpPr/>
      </dsp:nvSpPr>
      <dsp:spPr>
        <a:xfrm rot="10800000">
          <a:off x="2388283" y="3209436"/>
          <a:ext cx="460091" cy="5382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2526310" y="3317080"/>
        <a:ext cx="322064" cy="322931"/>
      </dsp:txXfrm>
    </dsp:sp>
    <dsp:sp modelId="{3BB94EF4-95BB-4A1F-B891-89AD51E4733D}">
      <dsp:nvSpPr>
        <dsp:cNvPr id="0" name=""/>
        <dsp:cNvSpPr/>
      </dsp:nvSpPr>
      <dsp:spPr>
        <a:xfrm>
          <a:off x="1017" y="2827474"/>
          <a:ext cx="2170241" cy="130214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Calculation</a:t>
          </a:r>
          <a:r>
            <a:rPr lang="en-US" sz="1600" b="0" i="0" kern="1200" baseline="0"/>
            <a:t>: When = is pressed, the second number is processed, and the result is displayed. </a:t>
          </a:r>
          <a:endParaRPr lang="en-US" sz="1600" kern="1200"/>
        </a:p>
      </dsp:txBody>
      <dsp:txXfrm>
        <a:off x="39156" y="2865613"/>
        <a:ext cx="2093963" cy="122586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A4C37C-3872-402A-96F9-DDD631F872D6}">
      <dsp:nvSpPr>
        <dsp:cNvPr id="0" name=""/>
        <dsp:cNvSpPr/>
      </dsp:nvSpPr>
      <dsp:spPr>
        <a:xfrm>
          <a:off x="807306" y="484900"/>
          <a:ext cx="1256878" cy="125687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83D2C7-915B-4682-829D-C4A177A838AB}">
      <dsp:nvSpPr>
        <dsp:cNvPr id="0" name=""/>
        <dsp:cNvSpPr/>
      </dsp:nvSpPr>
      <dsp:spPr>
        <a:xfrm>
          <a:off x="1075166" y="752759"/>
          <a:ext cx="721159" cy="7211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609D6B-3AD9-4E13-980C-B09DCFBA0438}">
      <dsp:nvSpPr>
        <dsp:cNvPr id="0" name=""/>
        <dsp:cNvSpPr/>
      </dsp:nvSpPr>
      <dsp:spPr>
        <a:xfrm>
          <a:off x="405517" y="2133265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Add more complex operations (e.g., square root, percentage).</a:t>
          </a:r>
          <a:endParaRPr lang="en-US" sz="1300" kern="1200"/>
        </a:p>
      </dsp:txBody>
      <dsp:txXfrm>
        <a:off x="405517" y="2133265"/>
        <a:ext cx="2060456" cy="720000"/>
      </dsp:txXfrm>
    </dsp:sp>
    <dsp:sp modelId="{83DCD16C-3198-4590-86BA-0437BFE685A6}">
      <dsp:nvSpPr>
        <dsp:cNvPr id="0" name=""/>
        <dsp:cNvSpPr/>
      </dsp:nvSpPr>
      <dsp:spPr>
        <a:xfrm>
          <a:off x="3228342" y="484900"/>
          <a:ext cx="1256878" cy="125687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198FF3-A12D-439C-AE15-BEEC3308A2A2}">
      <dsp:nvSpPr>
        <dsp:cNvPr id="0" name=""/>
        <dsp:cNvSpPr/>
      </dsp:nvSpPr>
      <dsp:spPr>
        <a:xfrm>
          <a:off x="3496202" y="752759"/>
          <a:ext cx="721159" cy="7211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92DCC-0EA9-48A7-8467-97E19CA70246}">
      <dsp:nvSpPr>
        <dsp:cNvPr id="0" name=""/>
        <dsp:cNvSpPr/>
      </dsp:nvSpPr>
      <dsp:spPr>
        <a:xfrm>
          <a:off x="2826553" y="2133265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Implement keyboard input support.</a:t>
          </a:r>
          <a:endParaRPr lang="en-US" sz="1300" kern="1200"/>
        </a:p>
      </dsp:txBody>
      <dsp:txXfrm>
        <a:off x="2826553" y="2133265"/>
        <a:ext cx="2060456" cy="720000"/>
      </dsp:txXfrm>
    </dsp:sp>
    <dsp:sp modelId="{72F9488E-6D7B-466D-936B-918FE83CCD96}">
      <dsp:nvSpPr>
        <dsp:cNvPr id="0" name=""/>
        <dsp:cNvSpPr/>
      </dsp:nvSpPr>
      <dsp:spPr>
        <a:xfrm>
          <a:off x="5649378" y="484900"/>
          <a:ext cx="1256878" cy="125687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63301F-76F4-4039-82CD-C33F7032C712}">
      <dsp:nvSpPr>
        <dsp:cNvPr id="0" name=""/>
        <dsp:cNvSpPr/>
      </dsp:nvSpPr>
      <dsp:spPr>
        <a:xfrm>
          <a:off x="5917238" y="752759"/>
          <a:ext cx="721159" cy="7211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85AD08-84AD-4D9D-9438-90FB156052BD}">
      <dsp:nvSpPr>
        <dsp:cNvPr id="0" name=""/>
        <dsp:cNvSpPr/>
      </dsp:nvSpPr>
      <dsp:spPr>
        <a:xfrm>
          <a:off x="5247589" y="2133265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Add memory functions (M+, M-, MR).</a:t>
          </a:r>
          <a:endParaRPr lang="en-US" sz="1300" kern="1200"/>
        </a:p>
      </dsp:txBody>
      <dsp:txXfrm>
        <a:off x="5247589" y="2133265"/>
        <a:ext cx="2060456" cy="720000"/>
      </dsp:txXfrm>
    </dsp:sp>
    <dsp:sp modelId="{D20D461B-D03A-474A-A3AC-25264DDCAF4D}">
      <dsp:nvSpPr>
        <dsp:cNvPr id="0" name=""/>
        <dsp:cNvSpPr/>
      </dsp:nvSpPr>
      <dsp:spPr>
        <a:xfrm>
          <a:off x="8070414" y="484900"/>
          <a:ext cx="1256878" cy="125687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C0C6FF-D9CE-470B-BC08-1FD2CA021E81}">
      <dsp:nvSpPr>
        <dsp:cNvPr id="0" name=""/>
        <dsp:cNvSpPr/>
      </dsp:nvSpPr>
      <dsp:spPr>
        <a:xfrm>
          <a:off x="8338274" y="752759"/>
          <a:ext cx="721159" cy="7211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0EDFC4-74F2-4A88-AAA5-310033273DC3}">
      <dsp:nvSpPr>
        <dsp:cNvPr id="0" name=""/>
        <dsp:cNvSpPr/>
      </dsp:nvSpPr>
      <dsp:spPr>
        <a:xfrm>
          <a:off x="7668626" y="2133265"/>
          <a:ext cx="20604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0" i="0" kern="1200" baseline="0"/>
            <a:t>Improve UI with better styling. </a:t>
          </a:r>
          <a:endParaRPr lang="en-US" sz="1300" kern="1200"/>
        </a:p>
      </dsp:txBody>
      <dsp:txXfrm>
        <a:off x="7668626" y="2133265"/>
        <a:ext cx="2060456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54375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73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0716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46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898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964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0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8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1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56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5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75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57" r:id="rId6"/>
    <p:sldLayoutId id="2147483853" r:id="rId7"/>
    <p:sldLayoutId id="2147483854" r:id="rId8"/>
    <p:sldLayoutId id="2147483855" r:id="rId9"/>
    <p:sldLayoutId id="2147483856" r:id="rId10"/>
    <p:sldLayoutId id="2147483858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D8EACB7-D372-470B-B76E-A829D0031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FBE11A49-02A1-4D4C-9A49-CDF496B10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900" y="723900"/>
            <a:ext cx="4614421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4506B-61C1-E1DA-471A-E9B09A169B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340" y="1066800"/>
            <a:ext cx="3931320" cy="226719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/>
              <a:t>Online Summer Training Course on </a:t>
            </a:r>
            <a:br>
              <a:rPr lang="en-US" sz="2200"/>
            </a:br>
            <a:r>
              <a:rPr lang="en-US" sz="2200"/>
              <a:t>Application Development in JAVA</a:t>
            </a:r>
            <a:endParaRPr lang="en-IN" sz="2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8F351-878D-507C-8851-C5073914D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2340" y="4327781"/>
            <a:ext cx="3931321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Submitted by Adarsh</a:t>
            </a:r>
          </a:p>
          <a:p>
            <a:pPr>
              <a:lnSpc>
                <a:spcPct val="90000"/>
              </a:lnSpc>
            </a:pPr>
            <a:r>
              <a:rPr lang="en-US" sz="1600"/>
              <a:t> Registration No: 12211442</a:t>
            </a:r>
          </a:p>
          <a:p>
            <a:pPr>
              <a:lnSpc>
                <a:spcPct val="90000"/>
              </a:lnSpc>
            </a:pPr>
            <a:r>
              <a:rPr lang="en-US" sz="1600"/>
              <a:t>By </a:t>
            </a:r>
            <a:r>
              <a:rPr lang="en-IN" sz="1600"/>
              <a:t>Lovely Professional University, Phagwara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4EEBB8-A933-CC28-30C1-A3FCC3DC16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017"/>
          <a:stretch/>
        </p:blipFill>
        <p:spPr>
          <a:xfrm>
            <a:off x="6062222" y="1908961"/>
            <a:ext cx="5439657" cy="305911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F1732D3A-CFF0-45BE-AD79-F83D0272C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3871114"/>
            <a:ext cx="867485" cy="115439"/>
            <a:chOff x="8910933" y="1861308"/>
            <a:chExt cx="867485" cy="11543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892F72C-7FB6-49C8-A402-D5DC42DB6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C92C2E1-605F-49BD-8AC8-DC52B3015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8BE2E0F-EE6D-4748-AB8F-724D0DDC6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995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81" y="159026"/>
            <a:ext cx="11886519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075C1-174D-EA9A-E30C-AA400E5C1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5836920" cy="1288884"/>
          </a:xfrm>
        </p:spPr>
        <p:txBody>
          <a:bodyPr anchor="b">
            <a:normAutofit/>
          </a:bodyPr>
          <a:lstStyle/>
          <a:p>
            <a:pPr algn="ctr"/>
            <a:r>
              <a:rPr lang="en-US" b="1" dirty="0"/>
              <a:t>Introduction to Java</a:t>
            </a:r>
            <a:endParaRPr lang="en-IN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847E033-BF5C-452A-28E6-BE01BBEA1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529" y="2732545"/>
            <a:ext cx="5384169" cy="3232826"/>
          </a:xfrm>
        </p:spPr>
        <p:txBody>
          <a:bodyPr anchor="t">
            <a:normAutofit/>
          </a:bodyPr>
          <a:lstStyle/>
          <a:p>
            <a:pPr algn="ctr"/>
            <a:r>
              <a:rPr lang="en-US" b="1" dirty="0"/>
              <a:t>Introduction to Java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Overview of Java as a programming language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Importance of Java in application development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Cross-platform capability (WORA - Write Once, Run Anywhere)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Key features: Object-oriented, platform-independent, multithreaded, secure, etc.</a:t>
            </a:r>
          </a:p>
          <a:p>
            <a:pPr algn="ctr"/>
            <a:endParaRPr lang="en-IN" dirty="0"/>
          </a:p>
        </p:txBody>
      </p:sp>
      <p:pic>
        <p:nvPicPr>
          <p:cNvPr id="7" name="Graphic 6" descr="Snake">
            <a:extLst>
              <a:ext uri="{FF2B5EF4-FFF2-40B4-BE49-F238E27FC236}">
                <a16:creationId xmlns:a16="http://schemas.microsoft.com/office/drawing/2014/main" id="{A96719DA-3393-EB3E-C3A7-66A9212B42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1239" y="1547707"/>
            <a:ext cx="3666392" cy="366639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073091F1-AA5A-47C6-9502-D5870A72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3418" y="2320171"/>
            <a:ext cx="867485" cy="115439"/>
            <a:chOff x="8910933" y="1861308"/>
            <a:chExt cx="867485" cy="11543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085C4F7-6E91-4DF6-BB01-A46132B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5476588-B9AD-4662-A085-8E4D9149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CDB34B3-D348-476E-BE7F-1139370F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9811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81" y="159026"/>
            <a:ext cx="11886519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148837-4F58-4C9D-0827-3A493A2B4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5836920" cy="1288884"/>
          </a:xfrm>
        </p:spPr>
        <p:txBody>
          <a:bodyPr anchor="b">
            <a:normAutofit/>
          </a:bodyPr>
          <a:lstStyle/>
          <a:p>
            <a:pPr algn="ctr"/>
            <a:r>
              <a:rPr lang="en-IN" b="1" dirty="0"/>
              <a:t>Types of Applications in Java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A2D71-E61F-0A37-F3D5-6C1DFB59A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529" y="2732545"/>
            <a:ext cx="5384169" cy="3232826"/>
          </a:xfrm>
        </p:spPr>
        <p:txBody>
          <a:bodyPr anchor="t">
            <a:norm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n-IN" dirty="0"/>
              <a:t>Desktop Applications (Swing, JavaFX)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dirty="0"/>
              <a:t>Web Applications (Servlets, JSP, Spring)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dirty="0"/>
              <a:t>Mobile Applications (Android Development)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dirty="0"/>
              <a:t>Enterprise Applications (Java EE, Spring Framework)</a:t>
            </a:r>
          </a:p>
        </p:txBody>
      </p:sp>
      <p:pic>
        <p:nvPicPr>
          <p:cNvPr id="9" name="Graphic 8" descr="Laptop">
            <a:extLst>
              <a:ext uri="{FF2B5EF4-FFF2-40B4-BE49-F238E27FC236}">
                <a16:creationId xmlns:a16="http://schemas.microsoft.com/office/drawing/2014/main" id="{403E94EF-6CCF-2F12-C271-10A7BF0E8C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1239" y="1547707"/>
            <a:ext cx="3666392" cy="366639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073091F1-AA5A-47C6-9502-D5870A72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3418" y="2320171"/>
            <a:ext cx="867485" cy="115439"/>
            <a:chOff x="8910933" y="1861308"/>
            <a:chExt cx="867485" cy="11543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085C4F7-6E91-4DF6-BB01-A46132B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5476588-B9AD-4662-A085-8E4D9149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CDB34B3-D348-476E-BE7F-1139370F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128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81" y="159026"/>
            <a:ext cx="11886519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ED3DE5-DD4F-E508-1D5D-F1BD6351E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5836920" cy="1288884"/>
          </a:xfrm>
        </p:spPr>
        <p:txBody>
          <a:bodyPr anchor="b">
            <a:normAutofit/>
          </a:bodyPr>
          <a:lstStyle/>
          <a:p>
            <a:pPr algn="ctr"/>
            <a:r>
              <a:rPr lang="en-IN" b="1" dirty="0"/>
              <a:t>Java Development Tools</a:t>
            </a:r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CBAD29-BBE8-CC6F-F50B-6D0F97DC45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6529" y="2732545"/>
            <a:ext cx="5384169" cy="32328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Integrated Development Environments (IDEs)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Eclipse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IntelliJ IDEA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NetBeans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Build Tools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Maven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Gradle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Version Control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Git and GitHub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Graphic 7" descr="Database">
            <a:extLst>
              <a:ext uri="{FF2B5EF4-FFF2-40B4-BE49-F238E27FC236}">
                <a16:creationId xmlns:a16="http://schemas.microsoft.com/office/drawing/2014/main" id="{E77439DC-5D61-0D44-58C1-6A8A76B1F9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1239" y="1547707"/>
            <a:ext cx="3666392" cy="366639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73091F1-AA5A-47C6-9502-D5870A72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3418" y="2320171"/>
            <a:ext cx="867485" cy="115439"/>
            <a:chOff x="8910933" y="1861308"/>
            <a:chExt cx="867485" cy="11543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085C4F7-6E91-4DF6-BB01-A46132B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476588-B9AD-4662-A085-8E4D9149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CDB34B3-D348-476E-BE7F-1139370F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5919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81" y="159026"/>
            <a:ext cx="11886519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0BFE1C-99D2-3455-2B1F-8CC8D4721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5836920" cy="1288884"/>
          </a:xfrm>
        </p:spPr>
        <p:txBody>
          <a:bodyPr anchor="b">
            <a:normAutofit/>
          </a:bodyPr>
          <a:lstStyle/>
          <a:p>
            <a:pPr algn="ctr"/>
            <a:r>
              <a:rPr lang="en-IN" dirty="0"/>
              <a:t>Java Application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30453-91D0-B8A4-C341-660164197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529" y="2732545"/>
            <a:ext cx="5384169" cy="3232826"/>
          </a:xfrm>
        </p:spPr>
        <p:txBody>
          <a:bodyPr anchor="t">
            <a:norm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n-IN" b="1" dirty="0"/>
              <a:t>Layers of a typical Java </a:t>
            </a:r>
            <a:r>
              <a:rPr lang="en-IN" b="1" dirty="0" err="1"/>
              <a:t>application:Presentation</a:t>
            </a:r>
            <a:r>
              <a:rPr lang="en-IN" b="1" dirty="0"/>
              <a:t> Layer</a:t>
            </a:r>
            <a:r>
              <a:rPr lang="en-IN" dirty="0"/>
              <a:t> (Front-end technologies: JavaFX, JSP, Spring MVC)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b="1" dirty="0"/>
              <a:t>Business Logic Layer</a:t>
            </a:r>
            <a:r>
              <a:rPr lang="en-IN" dirty="0"/>
              <a:t> (Services, Spring, EJBs)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b="1" dirty="0"/>
              <a:t>Data Access Layer</a:t>
            </a:r>
            <a:r>
              <a:rPr lang="en-IN" dirty="0"/>
              <a:t> (JPA, Hibernate)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b="1" dirty="0"/>
              <a:t>Database Layer</a:t>
            </a:r>
            <a:r>
              <a:rPr lang="en-IN" dirty="0"/>
              <a:t> (MySQL, PostgreSQL, Oracle, etc.)</a:t>
            </a:r>
          </a:p>
          <a:p>
            <a:pPr algn="ctr"/>
            <a:endParaRPr lang="en-IN" dirty="0"/>
          </a:p>
        </p:txBody>
      </p:sp>
      <p:pic>
        <p:nvPicPr>
          <p:cNvPr id="7" name="Graphic 6" descr="Processor">
            <a:extLst>
              <a:ext uri="{FF2B5EF4-FFF2-40B4-BE49-F238E27FC236}">
                <a16:creationId xmlns:a16="http://schemas.microsoft.com/office/drawing/2014/main" id="{DE95C7F8-AEB3-13B4-CAF3-8714070D2F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1239" y="1547707"/>
            <a:ext cx="3666392" cy="366639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73091F1-AA5A-47C6-9502-D5870A72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3418" y="2320171"/>
            <a:ext cx="867485" cy="115439"/>
            <a:chOff x="8910933" y="1861308"/>
            <a:chExt cx="867485" cy="1154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085C4F7-6E91-4DF6-BB01-A46132B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5476588-B9AD-4662-A085-8E4D9149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CDB34B3-D348-476E-BE7F-1139370F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48124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81" y="159026"/>
            <a:ext cx="11886519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1DF66-4395-26E9-8C72-875142F17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1"/>
            <a:ext cx="5836920" cy="1288884"/>
          </a:xfrm>
        </p:spPr>
        <p:txBody>
          <a:bodyPr anchor="b">
            <a:normAutofit/>
          </a:bodyPr>
          <a:lstStyle/>
          <a:p>
            <a:pPr algn="ctr"/>
            <a:r>
              <a:rPr lang="en-US"/>
              <a:t>Key Components of Java Development</a:t>
            </a:r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B5C038-2DA8-97E0-8D51-43A9EB02DB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6529" y="2732545"/>
            <a:ext cx="5384169" cy="32328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JDK (Java Development Kit)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Tools for writing, compiling, and running Java code.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JVM (Java Virtual Machine)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Executes the compiled bytecode.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JRE (Java Runtime Environment)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Provides libraries and JVM for running Java applications. </a:t>
            </a:r>
          </a:p>
        </p:txBody>
      </p:sp>
      <p:pic>
        <p:nvPicPr>
          <p:cNvPr id="25" name="Graphic 24" descr="Laptop Secure">
            <a:extLst>
              <a:ext uri="{FF2B5EF4-FFF2-40B4-BE49-F238E27FC236}">
                <a16:creationId xmlns:a16="http://schemas.microsoft.com/office/drawing/2014/main" id="{38C51853-D192-BCE5-A9B2-503B442DBF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1239" y="1547707"/>
            <a:ext cx="3666392" cy="3666392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073091F1-AA5A-47C6-9502-D5870A72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513418" y="2320171"/>
            <a:ext cx="867485" cy="115439"/>
            <a:chOff x="8910933" y="1861308"/>
            <a:chExt cx="867485" cy="11543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085C4F7-6E91-4DF6-BB01-A46132B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5476588-B9AD-4662-A085-8E4D9149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CDB34B3-D348-476E-BE7F-1139370F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74432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40BCB-2AA4-3A62-7DDC-C5B4336E5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n-IN" dirty="0"/>
              <a:t>Frameworks for Java Development</a:t>
            </a:r>
            <a:endParaRPr lang="en-I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52523D7-B718-3560-0E1C-8321198033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8186506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0261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6D7753FE-7408-46D8-999A-0B0C34EA8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700" y="1028700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EF39C-5DB3-6D4B-5BDE-4F9E28DA5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40" y="1653540"/>
            <a:ext cx="3246119" cy="2608006"/>
          </a:xfrm>
        </p:spPr>
        <p:txBody>
          <a:bodyPr anchor="ctr">
            <a:normAutofit/>
          </a:bodyPr>
          <a:lstStyle/>
          <a:p>
            <a:pPr algn="ctr"/>
            <a:r>
              <a:rPr lang="en-IN"/>
              <a:t>Java Design Patterns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30DE9CB-4267-487A-915E-5665607E9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4550150"/>
            <a:ext cx="867485" cy="115439"/>
            <a:chOff x="8910933" y="1861308"/>
            <a:chExt cx="867485" cy="11543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37361B-A61F-4EEA-8554-10DEFF0AB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BBC8A6A-A883-4F9C-82BA-607223F36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234343E-05EC-4327-BA72-FD68FF049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Rectangle 1">
            <a:extLst>
              <a:ext uri="{FF2B5EF4-FFF2-40B4-BE49-F238E27FC236}">
                <a16:creationId xmlns:a16="http://schemas.microsoft.com/office/drawing/2014/main" id="{B0F7D4CE-C991-4DC9-73C2-DECD0C60CE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3860599"/>
              </p:ext>
            </p:extLst>
          </p:nvPr>
        </p:nvGraphicFramePr>
        <p:xfrm>
          <a:off x="5952683" y="1042449"/>
          <a:ext cx="5210616" cy="4786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4597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D7753FE-7408-46D8-999A-0B0C34EA8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700" y="1028700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4D8306-439D-93D5-0107-B5EC84F65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940" y="1653540"/>
            <a:ext cx="3246119" cy="2608006"/>
          </a:xfrm>
        </p:spPr>
        <p:txBody>
          <a:bodyPr anchor="ctr">
            <a:normAutofit/>
          </a:bodyPr>
          <a:lstStyle/>
          <a:p>
            <a:pPr algn="ctr"/>
            <a:r>
              <a:rPr lang="en-IN" dirty="0"/>
              <a:t>Common Challenges in Java Application Development</a:t>
            </a:r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0DE9CB-4267-487A-915E-5665607E9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14258" y="4550150"/>
            <a:ext cx="867485" cy="115439"/>
            <a:chOff x="8910933" y="1861308"/>
            <a:chExt cx="867485" cy="11543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37361B-A61F-4EEA-8554-10DEFF0AB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BBC8A6A-A883-4F9C-82BA-607223F36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234343E-05EC-4327-BA72-FD68FF049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07D93BB-C9B7-0F49-9648-C01136801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532975"/>
              </p:ext>
            </p:extLst>
          </p:nvPr>
        </p:nvGraphicFramePr>
        <p:xfrm>
          <a:off x="5952683" y="1042449"/>
          <a:ext cx="5210616" cy="4786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2865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6784C9-410F-E418-2C9E-8E56C733C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Best Practices in Java Development</a:t>
            </a:r>
            <a:endParaRPr lang="en-IN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3A54E99-85C5-AA0D-914D-E660C96BDE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0613216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750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FFAB95-E279-EE4F-9AD5-CA58A9C8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n-IN" dirty="0"/>
              <a:t>Future Trends in Java Application Development</a:t>
            </a:r>
            <a:endParaRPr lang="en-I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E899F68-1B53-F120-5996-1493982B8E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6156160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4110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58E38A4-F699-490C-8D1F-E8AD332D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9C6AAB-48AC-41A3-95C2-6BF83715D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E861B-7D2F-4B7C-A6E3-5937E81B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081" y="159026"/>
            <a:ext cx="7313839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C4B51B-7622-B62F-A402-9A741AD9C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426" y="723901"/>
            <a:ext cx="5465148" cy="1288884"/>
          </a:xfrm>
        </p:spPr>
        <p:txBody>
          <a:bodyPr anchor="b">
            <a:normAutofit/>
          </a:bodyPr>
          <a:lstStyle/>
          <a:p>
            <a:pPr algn="ctr"/>
            <a:r>
              <a:rPr lang="en-IN" dirty="0"/>
              <a:t>Project Overview</a:t>
            </a:r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DDE992-591D-2230-148A-C6CE3D63A4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7426" y="2732545"/>
            <a:ext cx="5465149" cy="32328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 basic calculator that performs arithmetic operations such as addition, subtraction, multiplication, and division.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Tools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Developed using Java Swing for the graphical user interface (GUI).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Basic arithmetic operations.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User-friendly interface.</a:t>
            </a:r>
          </a:p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Buildings underwater">
            <a:extLst>
              <a:ext uri="{FF2B5EF4-FFF2-40B4-BE49-F238E27FC236}">
                <a16:creationId xmlns:a16="http://schemas.microsoft.com/office/drawing/2014/main" id="{701CD982-3FD6-1481-DCFF-31E497A477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7123" r="16211"/>
          <a:stretch/>
        </p:blipFill>
        <p:spPr>
          <a:xfrm>
            <a:off x="7620000" y="10"/>
            <a:ext cx="4572000" cy="685799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73091F1-AA5A-47C6-9502-D5870A72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76258" y="2320171"/>
            <a:ext cx="867485" cy="115439"/>
            <a:chOff x="8910933" y="1861308"/>
            <a:chExt cx="867485" cy="1154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085C4F7-6E91-4DF6-BB01-A46132BC35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5476588-B9AD-4662-A085-8E4D91493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CDB34B3-D348-476E-BE7F-1139370F4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7800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87E555-26E3-9259-97F5-320A6E56A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n-IN" dirty="0"/>
              <a:t>Technologies Used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6" name="Rectangle 1">
            <a:extLst>
              <a:ext uri="{FF2B5EF4-FFF2-40B4-BE49-F238E27FC236}">
                <a16:creationId xmlns:a16="http://schemas.microsoft.com/office/drawing/2014/main" id="{51503ECE-7729-8AD4-E480-2298D26FE6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9051037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6948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F1956-748F-FB15-4032-90FF63EF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n-IN" b="1" dirty="0"/>
              <a:t>Application Architecture</a:t>
            </a:r>
            <a:endParaRPr lang="en-I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7289AAC-CCB2-5517-7178-BDA6C72616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7560000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6230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A6C3D-7C48-6566-4DE0-B9D285A86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Key Components of the Code</a:t>
            </a:r>
            <a:endParaRPr lang="en-I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4D1BD75-8EA0-331A-5114-120FFB2C0E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8194737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3294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9E7E-1B41-4A83-5363-8B79D9FD2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Conclusion</a:t>
            </a:r>
            <a:endParaRPr lang="en-IN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88D96C4-A674-69F0-59BC-6ECDCDACA6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8700" y="2161903"/>
          <a:ext cx="10134600" cy="3969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7043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C9656C-AED6-412E-9226-B7F19640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BC820D-D527-47CE-ABB0-DA0BB5B04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DD315B-AEF9-490C-9438-C80F80405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" y="159026"/>
            <a:ext cx="11891037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F8A77E-346F-655E-3C11-AB70E4F9E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028700"/>
            <a:ext cx="4038600" cy="4800600"/>
          </a:xfrm>
        </p:spPr>
        <p:txBody>
          <a:bodyPr anchor="ctr">
            <a:normAutofit/>
          </a:bodyPr>
          <a:lstStyle/>
          <a:p>
            <a:pPr algn="ctr"/>
            <a:r>
              <a:rPr lang="en-IN" dirty="0"/>
              <a:t>User Interface</a:t>
            </a:r>
            <a:endParaRPr lang="en-IN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F2AB501-A143-68B7-719C-6D75455AFD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3311069"/>
              </p:ext>
            </p:extLst>
          </p:nvPr>
        </p:nvGraphicFramePr>
        <p:xfrm>
          <a:off x="6095999" y="868197"/>
          <a:ext cx="5343083" cy="5121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3430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D7753FE-7408-46D8-999A-0B0C34EA8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24699" y="1028700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B9ACBE-8480-2CA3-8AEA-4E2414706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0939" y="1653540"/>
            <a:ext cx="3246119" cy="2608006"/>
          </a:xfrm>
        </p:spPr>
        <p:txBody>
          <a:bodyPr anchor="ctr">
            <a:normAutofit/>
          </a:bodyPr>
          <a:lstStyle/>
          <a:p>
            <a:pPr algn="ctr"/>
            <a:r>
              <a:rPr lang="en-IN"/>
              <a:t>Arithmetic Operations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30DE9CB-4267-487A-915E-5665607E9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10257" y="4550150"/>
            <a:ext cx="867485" cy="115439"/>
            <a:chOff x="8910933" y="1861308"/>
            <a:chExt cx="867485" cy="11543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37361B-A61F-4EEA-8554-10DEFF0AB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BBC8A6A-A883-4F9C-82BA-607223F36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234343E-05EC-4327-BA72-FD68FF049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0F815E8A-1108-B798-919E-DEFEF64BD0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4597318"/>
              </p:ext>
            </p:extLst>
          </p:nvPr>
        </p:nvGraphicFramePr>
        <p:xfrm>
          <a:off x="1028701" y="1035574"/>
          <a:ext cx="5210616" cy="4786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8430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1A01047-632B-4F57-9CDB-AA680D5BB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D7753FE-7408-46D8-999A-0B0C34EA8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24699" y="1028700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ABCCF-4198-64D4-B2BD-660B857F4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0939" y="1653540"/>
            <a:ext cx="3246119" cy="2608006"/>
          </a:xfrm>
        </p:spPr>
        <p:txBody>
          <a:bodyPr anchor="ctr">
            <a:normAutofit/>
          </a:bodyPr>
          <a:lstStyle/>
          <a:p>
            <a:pPr algn="ctr"/>
            <a:r>
              <a:rPr lang="en-IN" dirty="0"/>
              <a:t>Code Workflow</a:t>
            </a:r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0DE9CB-4267-487A-915E-5665607E9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10257" y="4550150"/>
            <a:ext cx="867485" cy="115439"/>
            <a:chOff x="8910933" y="1861308"/>
            <a:chExt cx="867485" cy="11543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37361B-A61F-4EEA-8554-10DEFF0AB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BBC8A6A-A883-4F9C-82BA-607223F36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234343E-05EC-4327-BA72-FD68FF049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6A9D4EC-1365-1884-F7B2-40B6EA5C22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991985"/>
              </p:ext>
            </p:extLst>
          </p:nvPr>
        </p:nvGraphicFramePr>
        <p:xfrm>
          <a:off x="1028701" y="1035574"/>
          <a:ext cx="5210616" cy="4786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9061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22176A-41DB-4D9A-9B6F-F2296F1ED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4A8DF5-445E-49C5-B10A-8DF5FEFBC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4E38D9-EFB8-40B5-B42B-514FBF180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356B50-C931-7DF2-5972-D695C0D8E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963919"/>
            <a:ext cx="10134600" cy="1036994"/>
          </a:xfrm>
        </p:spPr>
        <p:txBody>
          <a:bodyPr anchor="b">
            <a:normAutofit/>
          </a:bodyPr>
          <a:lstStyle/>
          <a:p>
            <a:pPr algn="ctr"/>
            <a:r>
              <a:rPr lang="en-IN" b="1" dirty="0"/>
              <a:t>Future Enhancements</a:t>
            </a:r>
            <a:endParaRPr lang="en-I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87FFE71-34DC-4C53-AE0F-6B141D08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7" y="2169459"/>
            <a:ext cx="867485" cy="115439"/>
            <a:chOff x="8910933" y="1861308"/>
            <a:chExt cx="867485" cy="1154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DF92F1-0E20-46AC-BB8F-F66926B40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FA14CB4-8459-4D23-B4FF-8F9868E3F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0C763F-37C4-4E00-AEB2-8867F4AA25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05C16A1-A7FF-37CE-A89E-A602161C9F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3004498"/>
              </p:ext>
            </p:extLst>
          </p:nvPr>
        </p:nvGraphicFramePr>
        <p:xfrm>
          <a:off x="1028700" y="2749258"/>
          <a:ext cx="10134600" cy="3338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0703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D3B3C7E-BC2D-4436-8B03-AC421FA66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9B5D0C1-066E-4C02-A6B8-59FAE4A19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33B578-A8C0-4D0F-8846-FBE386EDC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8EACB7-D372-470B-B76E-A829D0031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C7EA4B13-46D3-41EE-95DA-7B2100DE9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24700" y="1028700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CEEEBE1-DC7B-4168-90C6-DB88876E3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10258" y="4550150"/>
            <a:ext cx="867485" cy="115439"/>
            <a:chOff x="8910933" y="1861308"/>
            <a:chExt cx="867485" cy="11543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3418E74-781F-419C-8C63-91C14AF8D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B0F0D1C-98D5-4C46-961A-0E36168C3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3E9C99B-47BB-461B-AEDE-0B227C5B2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64F14F-36EF-CB8A-BFED-EB1FEBE6A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2924" y="1398850"/>
            <a:ext cx="3282152" cy="20301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800" kern="1200" cap="all" spc="390" baseline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5" name="Content Placeholder 4" descr="A screenshot of a calculator&#10;&#10;Description automatically generated">
            <a:extLst>
              <a:ext uri="{FF2B5EF4-FFF2-40B4-BE49-F238E27FC236}">
                <a16:creationId xmlns:a16="http://schemas.microsoft.com/office/drawing/2014/main" id="{DF1FE387-CE07-5EDB-9757-C1F01AE30B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701" y="723899"/>
            <a:ext cx="4050094" cy="541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502553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GC1">
      <a:dk1>
        <a:sysClr val="windowText" lastClr="000000"/>
      </a:dk1>
      <a:lt1>
        <a:sysClr val="window" lastClr="FFFFFF"/>
      </a:lt1>
      <a:dk2>
        <a:srgbClr val="2C2830"/>
      </a:dk2>
      <a:lt2>
        <a:srgbClr val="E0DCE1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1859A30BB41045B658A0815F99830D" ma:contentTypeVersion="16" ma:contentTypeDescription="Create a new document." ma:contentTypeScope="" ma:versionID="959432b3b91892acb4a2a7ebbb14558a">
  <xsd:schema xmlns:xsd="http://www.w3.org/2001/XMLSchema" xmlns:xs="http://www.w3.org/2001/XMLSchema" xmlns:p="http://schemas.microsoft.com/office/2006/metadata/properties" xmlns:ns3="75a6cd3a-aa80-483e-9924-d8bc15284652" xmlns:ns4="41e17191-e96b-4792-8a20-5c267040ba12" targetNamespace="http://schemas.microsoft.com/office/2006/metadata/properties" ma:root="true" ma:fieldsID="6052330b16696cc496acd4acd9513b7d" ns3:_="" ns4:_="">
    <xsd:import namespace="75a6cd3a-aa80-483e-9924-d8bc15284652"/>
    <xsd:import namespace="41e17191-e96b-4792-8a20-5c267040ba1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a6cd3a-aa80-483e-9924-d8bc152846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Location" ma:index="11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17191-e96b-4792-8a20-5c267040ba12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5a6cd3a-aa80-483e-9924-d8bc15284652" xsi:nil="true"/>
  </documentManagement>
</p:properties>
</file>

<file path=customXml/itemProps1.xml><?xml version="1.0" encoding="utf-8"?>
<ds:datastoreItem xmlns:ds="http://schemas.openxmlformats.org/officeDocument/2006/customXml" ds:itemID="{B6D8A9EE-D2DD-4BBA-B9AF-C8970EFD7C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a6cd3a-aa80-483e-9924-d8bc15284652"/>
    <ds:schemaRef ds:uri="41e17191-e96b-4792-8a20-5c267040ba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F5A476-AE79-4E78-95A3-90BF31519A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4FED93-F879-45BC-89A1-31B64059E748}">
  <ds:schemaRefs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5a6cd3a-aa80-483e-9924-d8bc15284652"/>
    <ds:schemaRef ds:uri="41e17191-e96b-4792-8a20-5c267040ba12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810</Words>
  <Application>Microsoft Office PowerPoint</Application>
  <PresentationFormat>Widescreen</PresentationFormat>
  <Paragraphs>108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Bembo</vt:lpstr>
      <vt:lpstr>AdornVTI</vt:lpstr>
      <vt:lpstr>Online Summer Training Course on  Application Development in JAVA</vt:lpstr>
      <vt:lpstr>Introduction to Java</vt:lpstr>
      <vt:lpstr>Types of Applications in Java </vt:lpstr>
      <vt:lpstr>Java Development Tools</vt:lpstr>
      <vt:lpstr>Java Application Architecture</vt:lpstr>
      <vt:lpstr>Key Components of Java Development</vt:lpstr>
      <vt:lpstr>Frameworks for Java Development</vt:lpstr>
      <vt:lpstr>Java Design Patterns</vt:lpstr>
      <vt:lpstr>Common Challenges in Java Application Development</vt:lpstr>
      <vt:lpstr>Best Practices in Java Development</vt:lpstr>
      <vt:lpstr>Future Trends in Java Application Development</vt:lpstr>
      <vt:lpstr>Project Overview</vt:lpstr>
      <vt:lpstr>Technologies Used</vt:lpstr>
      <vt:lpstr>Application Architecture</vt:lpstr>
      <vt:lpstr>Key Components of the Code</vt:lpstr>
      <vt:lpstr>Conclusion</vt:lpstr>
      <vt:lpstr>User Interface</vt:lpstr>
      <vt:lpstr>Arithmetic Operations</vt:lpstr>
      <vt:lpstr>Code Workflow</vt:lpstr>
      <vt:lpstr>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</dc:creator>
  <cp:lastModifiedBy>Adarsh</cp:lastModifiedBy>
  <cp:revision>1</cp:revision>
  <dcterms:created xsi:type="dcterms:W3CDTF">2024-10-01T12:51:29Z</dcterms:created>
  <dcterms:modified xsi:type="dcterms:W3CDTF">2024-10-01T13:24:36Z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0x010100ED1859A30BB41045B658A0815F99830D</vt:lpwstr>
  </property>
</Properties>
</file>